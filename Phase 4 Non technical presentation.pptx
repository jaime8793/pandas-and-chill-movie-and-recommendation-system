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9" r:id="rId2"/>
    <p:sldId id="256" r:id="rId3"/>
    <p:sldId id="257" r:id="rId4"/>
    <p:sldId id="258" r:id="rId5"/>
    <p:sldId id="270" r:id="rId6"/>
    <p:sldId id="259" r:id="rId7"/>
    <p:sldId id="260" r:id="rId8"/>
    <p:sldId id="271" r:id="rId9"/>
    <p:sldId id="261" r:id="rId10"/>
    <p:sldId id="262" r:id="rId11"/>
    <p:sldId id="263" r:id="rId12"/>
    <p:sldId id="272" r:id="rId13"/>
    <p:sldId id="265" r:id="rId14"/>
    <p:sldId id="266" r:id="rId15"/>
    <p:sldId id="273" r:id="rId16"/>
    <p:sldId id="267" r:id="rId17"/>
    <p:sldId id="268" r:id="rId18"/>
    <p:sldId id="27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3" d="100"/>
          <a:sy n="53" d="100"/>
        </p:scale>
        <p:origin x="36" y="4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2/3/2026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1066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5387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2/3/2026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473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783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5538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70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39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4823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1250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982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4166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9630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2/3/2026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4191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3972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3925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1014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2/3/2026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119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2/3/2026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6202179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48" y="978407"/>
            <a:ext cx="8705088" cy="1078993"/>
          </a:xfrm>
        </p:spPr>
        <p:txBody>
          <a:bodyPr>
            <a:normAutofit fontScale="90000"/>
          </a:bodyPr>
          <a:lstStyle/>
          <a:p>
            <a:r>
              <a:rPr lang="en-US" dirty="0" smtClean="0"/>
              <a:t>Movie recommendation system</a:t>
            </a:r>
            <a:endParaRPr lang="en-US" dirty="0"/>
          </a:p>
        </p:txBody>
      </p:sp>
      <p:sp>
        <p:nvSpPr>
          <p:cNvPr id="3" name="TextBox 2"/>
          <p:cNvSpPr txBox="1"/>
          <p:nvPr/>
        </p:nvSpPr>
        <p:spPr>
          <a:xfrm>
            <a:off x="3447288" y="2770632"/>
            <a:ext cx="4352544" cy="2031325"/>
          </a:xfrm>
          <a:prstGeom prst="rect">
            <a:avLst/>
          </a:prstGeom>
          <a:noFill/>
        </p:spPr>
        <p:txBody>
          <a:bodyPr wrap="square" rtlCol="0">
            <a:spAutoFit/>
          </a:bodyPr>
          <a:lstStyle/>
          <a:p>
            <a:r>
              <a:rPr lang="en-US" dirty="0" smtClean="0"/>
              <a:t>Group2-Pandas and Chill</a:t>
            </a:r>
          </a:p>
          <a:p>
            <a:endParaRPr lang="en-US" dirty="0" smtClean="0"/>
          </a:p>
          <a:p>
            <a:pPr marL="285750" indent="-285750">
              <a:buFont typeface="Arial" panose="020B0604020202020204" pitchFamily="34" charset="0"/>
              <a:buChar char="•"/>
            </a:pPr>
            <a:r>
              <a:rPr lang="en-US" dirty="0" smtClean="0"/>
              <a:t>Pelly </a:t>
            </a:r>
            <a:r>
              <a:rPr lang="en-US" dirty="0" err="1" smtClean="0"/>
              <a:t>Kagwe</a:t>
            </a:r>
            <a:endParaRPr lang="en-US" dirty="0" smtClean="0"/>
          </a:p>
          <a:p>
            <a:pPr marL="285750" indent="-285750">
              <a:buFont typeface="Arial" panose="020B0604020202020204" pitchFamily="34" charset="0"/>
              <a:buChar char="•"/>
            </a:pPr>
            <a:r>
              <a:rPr lang="en-US" dirty="0" smtClean="0"/>
              <a:t>James </a:t>
            </a:r>
            <a:r>
              <a:rPr lang="en-US" dirty="0" err="1" smtClean="0"/>
              <a:t>Owiti</a:t>
            </a:r>
            <a:endParaRPr lang="en-US" dirty="0" smtClean="0"/>
          </a:p>
          <a:p>
            <a:pPr marL="285750" indent="-285750">
              <a:buFont typeface="Arial" panose="020B0604020202020204" pitchFamily="34" charset="0"/>
              <a:buChar char="•"/>
            </a:pPr>
            <a:r>
              <a:rPr lang="en-US" dirty="0" smtClean="0"/>
              <a:t>Amos </a:t>
            </a:r>
            <a:r>
              <a:rPr lang="en-US" dirty="0" err="1" smtClean="0"/>
              <a:t>Obaga</a:t>
            </a:r>
            <a:endParaRPr lang="en-US" dirty="0" smtClean="0"/>
          </a:p>
          <a:p>
            <a:pPr marL="285750" indent="-285750">
              <a:buFont typeface="Arial" panose="020B0604020202020204" pitchFamily="34" charset="0"/>
              <a:buChar char="•"/>
            </a:pPr>
            <a:r>
              <a:rPr lang="en-US" dirty="0" smtClean="0"/>
              <a:t>Nancy </a:t>
            </a:r>
            <a:r>
              <a:rPr lang="en-US" dirty="0" err="1" smtClean="0"/>
              <a:t>Muriithi</a:t>
            </a:r>
            <a:endParaRPr lang="en-US" dirty="0" smtClean="0"/>
          </a:p>
          <a:p>
            <a:pPr marL="285750" indent="-285750">
              <a:buFont typeface="Arial" panose="020B0604020202020204" pitchFamily="34" charset="0"/>
              <a:buChar char="•"/>
            </a:pPr>
            <a:r>
              <a:rPr lang="en-US" dirty="0" smtClean="0"/>
              <a:t>Sheilla Kavinya</a:t>
            </a:r>
            <a:endParaRPr lang="en-US" dirty="0"/>
          </a:p>
        </p:txBody>
      </p:sp>
      <p:sp>
        <p:nvSpPr>
          <p:cNvPr id="4" name="TextBox 3"/>
          <p:cNvSpPr txBox="1"/>
          <p:nvPr/>
        </p:nvSpPr>
        <p:spPr>
          <a:xfrm>
            <a:off x="5271516" y="4758916"/>
            <a:ext cx="1431036" cy="369332"/>
          </a:xfrm>
          <a:prstGeom prst="rect">
            <a:avLst/>
          </a:prstGeom>
          <a:noFill/>
        </p:spPr>
        <p:txBody>
          <a:bodyPr wrap="square" rtlCol="0">
            <a:spAutoFit/>
          </a:bodyPr>
          <a:lstStyle/>
          <a:p>
            <a:r>
              <a:rPr lang="en-US" dirty="0" smtClean="0"/>
              <a:t>5/02/2026</a:t>
            </a:r>
            <a:endParaRPr lang="en-US" dirty="0"/>
          </a:p>
        </p:txBody>
      </p:sp>
    </p:spTree>
    <p:extLst>
      <p:ext uri="{BB962C8B-B14F-4D97-AF65-F5344CB8AC3E}">
        <p14:creationId xmlns:p14="http://schemas.microsoft.com/office/powerpoint/2010/main" val="164397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STAKE HOLDERS</a:t>
            </a:r>
            <a:endParaRPr dirty="0"/>
          </a:p>
        </p:txBody>
      </p:sp>
      <p:sp>
        <p:nvSpPr>
          <p:cNvPr id="3" name="Content Placeholder 2"/>
          <p:cNvSpPr>
            <a:spLocks noGrp="1"/>
          </p:cNvSpPr>
          <p:nvPr>
            <p:ph idx="1"/>
          </p:nvPr>
        </p:nvSpPr>
        <p:spPr/>
        <p:txBody>
          <a:bodyPr/>
          <a:lstStyle/>
          <a:p>
            <a:r>
              <a:rPr lang="en-US" dirty="0"/>
              <a:t>Product managers at a movie streaming platform who want to improve user engagement</a:t>
            </a:r>
          </a:p>
          <a:p>
            <a:r>
              <a:rPr lang="en-US" dirty="0"/>
              <a:t>-Marketing and content teams who want insights into user preferences</a:t>
            </a:r>
          </a:p>
          <a:p>
            <a:r>
              <a:rPr lang="en-US" dirty="0"/>
              <a:t>-End users, who benefit from personalized and relevant movie suggestions</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 Flow</a:t>
            </a:r>
            <a:r>
              <a:rPr lang="en-US" dirty="0"/>
              <a:t> </a:t>
            </a:r>
            <a:r>
              <a:rPr lang="en-US" dirty="0" smtClean="0"/>
              <a:t>of work</a:t>
            </a:r>
            <a:endParaRPr dirty="0"/>
          </a:p>
        </p:txBody>
      </p:sp>
      <p:sp>
        <p:nvSpPr>
          <p:cNvPr id="3" name="Content Placeholder 2"/>
          <p:cNvSpPr>
            <a:spLocks noGrp="1"/>
          </p:cNvSpPr>
          <p:nvPr>
            <p:ph idx="1"/>
          </p:nvPr>
        </p:nvSpPr>
        <p:spPr/>
        <p:txBody>
          <a:bodyPr/>
          <a:lstStyle/>
          <a:p>
            <a:r>
              <a:rPr dirty="0" smtClean="0"/>
              <a:t>Business</a:t>
            </a:r>
            <a:r>
              <a:rPr lang="en-US" dirty="0" smtClean="0"/>
              <a:t> understanding </a:t>
            </a:r>
          </a:p>
          <a:p>
            <a:r>
              <a:rPr dirty="0" smtClean="0"/>
              <a:t>Data </a:t>
            </a:r>
            <a:r>
              <a:rPr dirty="0"/>
              <a:t>Preparation </a:t>
            </a:r>
            <a:endParaRPr lang="en-US" dirty="0" smtClean="0"/>
          </a:p>
          <a:p>
            <a:r>
              <a:rPr dirty="0" smtClean="0"/>
              <a:t>Modeling </a:t>
            </a:r>
            <a:endParaRPr lang="en-US" dirty="0" smtClean="0"/>
          </a:p>
          <a:p>
            <a:r>
              <a:rPr dirty="0" smtClean="0"/>
              <a:t>Evaluation </a:t>
            </a:r>
            <a:endParaRPr lang="en-US" dirty="0" smtClean="0"/>
          </a:p>
          <a:p>
            <a:r>
              <a:rPr dirty="0" smtClean="0"/>
              <a:t>Deployment</a:t>
            </a:r>
            <a:endParaRPr dirty="0"/>
          </a:p>
          <a:p>
            <a:r>
              <a:rPr dirty="0"/>
              <a:t>Iterative improvement and continuous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Understanding</a:t>
            </a:r>
          </a:p>
        </p:txBody>
      </p:sp>
      <p:sp>
        <p:nvSpPr>
          <p:cNvPr id="3" name="Content Placeholder 2"/>
          <p:cNvSpPr>
            <a:spLocks noGrp="1"/>
          </p:cNvSpPr>
          <p:nvPr>
            <p:ph idx="1"/>
          </p:nvPr>
        </p:nvSpPr>
        <p:spPr/>
        <p:txBody>
          <a:bodyPr/>
          <a:lstStyle/>
          <a:p>
            <a:r>
              <a:rPr lang="en-US" dirty="0"/>
              <a:t>Movie streaming platforms rely heavily on personalized recommendations to keep users engaged and satisfied. With thousands of movies available, users can easily feel overwhelmed by choice, which may reduce engagement and retention. A recommendation system helps surface relevant content to users based on their past behavior, improving user experience and increasing time spent on the platform.</a:t>
            </a:r>
            <a:endParaRPr lang="en-US" dirty="0" smtClean="0"/>
          </a:p>
          <a:p>
            <a:r>
              <a:rPr dirty="0" smtClean="0"/>
              <a:t>Low </a:t>
            </a:r>
            <a:r>
              <a:rPr dirty="0"/>
              <a:t>engagement and poor targeting reduce revenue</a:t>
            </a:r>
          </a:p>
          <a:p>
            <a:r>
              <a:rPr dirty="0"/>
              <a:t>Goal: personalize offers using transaction history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 </a:t>
            </a:r>
            <a:endParaRPr lang="en-US" dirty="0"/>
          </a:p>
        </p:txBody>
      </p:sp>
      <p:sp>
        <p:nvSpPr>
          <p:cNvPr id="3" name="Content Placeholder 2"/>
          <p:cNvSpPr>
            <a:spLocks noGrp="1"/>
          </p:cNvSpPr>
          <p:nvPr>
            <p:ph idx="1"/>
          </p:nvPr>
        </p:nvSpPr>
        <p:spPr/>
        <p:txBody>
          <a:bodyPr/>
          <a:lstStyle/>
          <a:p>
            <a:r>
              <a:rPr lang="en-US" dirty="0" smtClean="0"/>
              <a:t>Platforms lack </a:t>
            </a:r>
            <a:r>
              <a:rPr lang="en-US" dirty="0"/>
              <a:t>a personalized system to recommend movies to users, making it difficult to match content with individual preferences. There is a need to leverage historical user ratings to learn preference patterns and generate accurate top-5 movie recommendations for each user.</a:t>
            </a:r>
          </a:p>
        </p:txBody>
      </p:sp>
    </p:spTree>
    <p:extLst>
      <p:ext uri="{BB962C8B-B14F-4D97-AF65-F5344CB8AC3E}">
        <p14:creationId xmlns:p14="http://schemas.microsoft.com/office/powerpoint/2010/main" val="461654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 </a:t>
            </a:r>
            <a:r>
              <a:rPr dirty="0"/>
              <a:t>Objectives</a:t>
            </a:r>
          </a:p>
        </p:txBody>
      </p:sp>
      <p:sp>
        <p:nvSpPr>
          <p:cNvPr id="3" name="Content Placeholder 2"/>
          <p:cNvSpPr>
            <a:spLocks noGrp="1"/>
          </p:cNvSpPr>
          <p:nvPr>
            <p:ph idx="1"/>
          </p:nvPr>
        </p:nvSpPr>
        <p:spPr/>
        <p:txBody>
          <a:bodyPr/>
          <a:lstStyle/>
          <a:p>
            <a:r>
              <a:rPr lang="en-US" dirty="0" smtClean="0"/>
              <a:t>An </a:t>
            </a:r>
            <a:r>
              <a:rPr dirty="0" smtClean="0"/>
              <a:t>automated </a:t>
            </a:r>
            <a:r>
              <a:rPr dirty="0"/>
              <a:t>system to predict preferences</a:t>
            </a:r>
          </a:p>
          <a:p>
            <a:r>
              <a:rPr dirty="0"/>
              <a:t>Objectives</a:t>
            </a:r>
            <a:r>
              <a:rPr dirty="0" smtClean="0"/>
              <a:t>:</a:t>
            </a:r>
            <a:endParaRPr lang="en-US" dirty="0" smtClean="0"/>
          </a:p>
          <a:p>
            <a:r>
              <a:rPr lang="en-US" dirty="0"/>
              <a:t>Reduce 25% user churn through personalized recommendations</a:t>
            </a:r>
          </a:p>
          <a:p>
            <a:r>
              <a:rPr lang="en-US" dirty="0"/>
              <a:t>Decrease browsing time from 20+ minutes to under 5 minutes</a:t>
            </a:r>
          </a:p>
          <a:p>
            <a:r>
              <a:rPr lang="en-US" dirty="0"/>
              <a:t>Increase user engagement and monthly watch time by 30%</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Understanding</a:t>
            </a:r>
          </a:p>
        </p:txBody>
      </p:sp>
      <p:sp>
        <p:nvSpPr>
          <p:cNvPr id="3" name="Content Placeholder 2"/>
          <p:cNvSpPr>
            <a:spLocks noGrp="1"/>
          </p:cNvSpPr>
          <p:nvPr>
            <p:ph idx="1"/>
          </p:nvPr>
        </p:nvSpPr>
        <p:spPr/>
        <p:txBody>
          <a:bodyPr/>
          <a:lstStyle/>
          <a:p>
            <a:r>
              <a:rPr lang="en-US" dirty="0" smtClean="0"/>
              <a:t>Environmental setup and library installation</a:t>
            </a:r>
          </a:p>
          <a:p>
            <a:r>
              <a:rPr lang="en-US" dirty="0" err="1" smtClean="0"/>
              <a:t>Pickied</a:t>
            </a:r>
            <a:r>
              <a:rPr lang="en-US" dirty="0" smtClean="0"/>
              <a:t> dataset</a:t>
            </a:r>
          </a:p>
          <a:p>
            <a:r>
              <a:rPr dirty="0" smtClean="0"/>
              <a:t>Inspected </a:t>
            </a:r>
            <a:r>
              <a:rPr dirty="0"/>
              <a:t>shape, columns, summary statistics</a:t>
            </a:r>
          </a:p>
          <a:p>
            <a:r>
              <a:rPr dirty="0"/>
              <a:t>Checked nulls, duplicates, uniformity, outliers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ACQUISITION</a:t>
            </a:r>
            <a:endParaRPr lang="en-US" dirty="0"/>
          </a:p>
        </p:txBody>
      </p:sp>
      <p:sp>
        <p:nvSpPr>
          <p:cNvPr id="3" name="Content Placeholder 2"/>
          <p:cNvSpPr>
            <a:spLocks noGrp="1"/>
          </p:cNvSpPr>
          <p:nvPr>
            <p:ph idx="1"/>
          </p:nvPr>
        </p:nvSpPr>
        <p:spPr/>
        <p:txBody>
          <a:bodyPr/>
          <a:lstStyle/>
          <a:p>
            <a:r>
              <a:rPr lang="en-US" dirty="0" smtClean="0"/>
              <a:t>Used </a:t>
            </a:r>
            <a:r>
              <a:rPr lang="en-US" dirty="0" err="1" smtClean="0"/>
              <a:t>MobieLens</a:t>
            </a:r>
            <a:r>
              <a:rPr lang="en-US" dirty="0" smtClean="0"/>
              <a:t> directly form </a:t>
            </a:r>
            <a:r>
              <a:rPr lang="en-US" dirty="0" err="1" smtClean="0"/>
              <a:t>GroupLens</a:t>
            </a:r>
            <a:r>
              <a:rPr lang="en-US" dirty="0" smtClean="0"/>
              <a:t> Research Lab</a:t>
            </a:r>
          </a:p>
          <a:p>
            <a:r>
              <a:rPr lang="en-US" dirty="0" smtClean="0"/>
              <a:t>WHY?</a:t>
            </a:r>
          </a:p>
          <a:p>
            <a:r>
              <a:rPr lang="en-US" dirty="0"/>
              <a:t>Industry-standard benchmark for recommendation systems</a:t>
            </a:r>
          </a:p>
          <a:p>
            <a:r>
              <a:rPr lang="en-US" dirty="0"/>
              <a:t>Explicit ratings provide clear feedback signal</a:t>
            </a:r>
          </a:p>
          <a:p>
            <a:r>
              <a:rPr lang="en-US" dirty="0"/>
              <a:t>Realistic sparsity (98.3%) reflects real-world scenarios</a:t>
            </a:r>
          </a:p>
          <a:p>
            <a:r>
              <a:rPr lang="en-US" dirty="0"/>
              <a:t>Appropriate size for local computation without cloud infrastructure</a:t>
            </a:r>
          </a:p>
          <a:p>
            <a:endParaRPr lang="en-US" dirty="0"/>
          </a:p>
        </p:txBody>
      </p:sp>
    </p:spTree>
    <p:extLst>
      <p:ext uri="{BB962C8B-B14F-4D97-AF65-F5344CB8AC3E}">
        <p14:creationId xmlns:p14="http://schemas.microsoft.com/office/powerpoint/2010/main" val="155693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a:t>
            </a:r>
          </a:p>
        </p:txBody>
      </p:sp>
      <p:sp>
        <p:nvSpPr>
          <p:cNvPr id="3" name="Content Placeholder 2"/>
          <p:cNvSpPr>
            <a:spLocks noGrp="1"/>
          </p:cNvSpPr>
          <p:nvPr>
            <p:ph idx="1"/>
          </p:nvPr>
        </p:nvSpPr>
        <p:spPr/>
        <p:txBody>
          <a:bodyPr/>
          <a:lstStyle/>
          <a:p>
            <a:r>
              <a:rPr lang="en-US" dirty="0" smtClean="0"/>
              <a:t>Loaded datasets –three major ones</a:t>
            </a:r>
          </a:p>
          <a:p>
            <a:r>
              <a:rPr lang="en-US" dirty="0" smtClean="0"/>
              <a:t>Inspecting – Data type and structure, missing values, basic statistics, relationships between files</a:t>
            </a:r>
          </a:p>
          <a:p>
            <a:r>
              <a:rPr lang="en-US" dirty="0" smtClean="0"/>
              <a:t>Data quality assessment – Missing values, duplicates</a:t>
            </a:r>
          </a:p>
          <a:p>
            <a:r>
              <a:rPr lang="en-US" dirty="0" smtClean="0"/>
              <a:t>Matrix sparsity analysis- </a:t>
            </a:r>
            <a:r>
              <a:rPr lang="en-US" dirty="0"/>
              <a:t>Sparsity measures how many potential user-movie pairs have NO rating.</a:t>
            </a:r>
            <a:endParaRPr lang="en-US" dirty="0" smtClean="0"/>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211" y="764373"/>
            <a:ext cx="7707429" cy="1293028"/>
          </a:xfrm>
        </p:spPr>
        <p:txBody>
          <a:bodyPr/>
          <a:lstStyle/>
          <a:p>
            <a:r>
              <a:t>EDA – Rating Distribution</a:t>
            </a:r>
          </a:p>
        </p:txBody>
      </p:sp>
      <p:sp>
        <p:nvSpPr>
          <p:cNvPr id="3" name="Content Placeholder 2"/>
          <p:cNvSpPr>
            <a:spLocks noGrp="1"/>
          </p:cNvSpPr>
          <p:nvPr>
            <p:ph idx="1"/>
          </p:nvPr>
        </p:nvSpPr>
        <p:spPr/>
        <p:txBody>
          <a:bodyPr/>
          <a:lstStyle/>
          <a:p>
            <a:r>
              <a:rPr dirty="0"/>
              <a:t>Most ratings cluster between 3–4</a:t>
            </a:r>
          </a:p>
          <a:p>
            <a:r>
              <a:rPr dirty="0"/>
              <a:t>Shows positive user sentiment</a:t>
            </a:r>
          </a:p>
          <a:p>
            <a:r>
              <a:rPr dirty="0"/>
              <a:t>Supports collaborative filtering assumptions</a:t>
            </a:r>
          </a:p>
        </p:txBody>
      </p:sp>
      <p:sp>
        <p:nvSpPr>
          <p:cNvPr id="5" name="AutoShape 2" descr="data:image/png;base64,iVBORw0KGgoAAAANSUhEUgAABOkAAAHqCAYAAABRDRp7AAAAOnRFWHRTb2Z0d2FyZQBNYXRwbG90bGliIHZlcnNpb24zLjEwLjAsIGh0dHBzOi8vbWF0cGxvdGxpYi5vcmcvlHJYcgAAAAlwSFlzAAAPYQAAD2EBqD+naQABAABJREFUeJzs3Xd4FFUXwOHflvROElroLbRACChFEOmCIk2KUiwIKmADRcRGkaKCoqCfiHRUehUEUXpJ6L2FXpKQ3tuW+f4IWbKkkIQkm5DzPg8Pmdk7d87c3WRnz96iUhRFQQghhBBCCCGEEEIIYTFqSwcghBBCCCGEEEIIIURpJ0k6IYQQQgghhBBCCCEsTJJ0QgghhBBCCCGEEEJYmCTphBBCCCGEEEIIIYSwMEnSCSGEEEIIIYQQQghhYZKkE0IIIYQQQgghhBDCwiRJJ4QQQgghhBBCCCGEhUmSTgghhBBCCCGEEEIIC5MknRBCCCGEEEIIIYQQFiZJOiHEYyUgIABvb2/Tv9u3b1s6JG7fvm0WU0BAgOmx2bNnm/a3b9/eglHet3btWrN4Hzd79uxh0KBBNG3a1HSNzZo1s3RY+fK4P1dCCCGKr/bt25vef2bPnm3pcIQodDnd01tSxpjWrl1r2l8c7xOL42e14kZr6QCEECKjgIAAhgwZYrbPysoKGxsbXF1dqVy5Ms2aNaNPnz5UqFChUGMZPHgwhw4dAqBXr15Mnz69UM9XFNauXcsnn3xi2r548aIFoyl6Fy9eZMSIEeh0ujwfm/H1kJG1tTXu7u7Uq1eP3r1706lTp4IItdQ/V0IIIdJkdW8EoFarcXBwoHLlyrRq1YpXX30VT0/PAjln+/btuXPnDgCjRo3inXfeKZB6i9q4ceNYt25dpv1qtRpnZ2dq1arFs88+S//+/bG2trZAhMXL437vcfv2bTp06GC2T6vVYm1tjaurK15eXjRu3JjevXtTs2bNQo0l42vzySefZOnSpYV6vqLw4N+q//77j0qVKlkwopJJknRCiGJPp9Oh0+mIj4/n9u3bHDx4kJ9//pkRI0YwYsQI1Or7nYKrVKnC2LFjTduurq4WiNicq6urWUxVqlSxYDQP5+PjYxbv42T79u2mBJ21tTWvvPIKbm5u2NjY5LvO1NRUgoODCQ4OZseOHbz11lt88MEHBRVyjh7n50oIIUTOjEYjcXFxnDt3jnPnzrFhwwZWrVpV6F9ipnvrrbeIi4sDoEmTJkVyzoJiNBqJjo7myJEjHDlyhPXr17No0SKcnJwsHZooYnq9Hr1eT2JiIkFBQRw+fJjffvuNl156iU8++cTsHrG43tNnjMnHx8eCkTxccfysVtxIkk4IUax169aNhg0bmm5C9+3bh8FgwGAwMHv2bMLCwpg4caKpfIUKFRg6dKgFI74vNTUVAEdHx2ITU27Url2b2rVrWzqMQpHeKwDSbmI+/PDDfNXj4uLCm2++icFg4Nq1a2zatMmU/Js3bx6vvfZakdx0PM7PlRBCiKyl3xvFx8fz77//cunSJQDCwsJYtGiRWU+owtSvX78iOU9BSk8OxMbGsmXLFm7evAnAmTNnmD17NuPHjy+0c8fHx+Po6Fho9Yu8e+qpp3jqqadITEwkMDCQXbt2kZKSAsCff/5JcHAwP//8MxqNBihe9/QGg4HU1FTs7OyKTUy5UZw+qxVXkqQTQhRrbdq0oXfv3qbtK1euMHz4cNP8BcuXL6dDhw48/fTTQM7drBMTE1mwYAH//fcf169fJzU1FWdnZ8qWLYuPjw+dO3fm6aefZvbs2cyZM8csjnXr1pkNl0iv98Ehsa+//jqzZs3i6NGjREdHs379epycnMy61i9ZsoTmzZtneb3x8fHMmTOHv//+m8jISCpXrszLL7/MwIEDUalUpnI5DcXNaqhCVt37AbP5KdKHszxsqENycjLLly9n69atXLlyhaSkJJydnWnQoAG9evWiW7duZuUffE7+/fdf9uzZw/Lly7l+/TqOjo60b9+esWPH4uLikmW7ZMVgMLBu3To2bdrEhQsXTDe/derUoXv37vTu3RutVptlmwAcPXrUdP15Hc784E2au7s78+bNM8V1/fp1fH19TY9v376df/75hwsXLhAREUFsbCxWVlZUqFCBFi1a8Prrr5tepwX1XD34Gnnrrbf48ccf2b9/P4mJidSqVYuRI0fSsWPHTOc6cuQIP/zwA6dPn8ba2pqWLVvy4Ycf8tNPP2U7NOPixYvMmzePY8eOERoailqtpkyZMlSpUoXGjRszaNAgypUrl+s2FkIIkbWM90avv/46LVu2NH1RdPnyZbOy0dHR/Prrr5w9e5Zbt24RFRWFTqfD2dkZb29vevToQY8ePUz3GFkND50zZ47ZfVH6e012Q2If5X0/KSmJn3/+mU2bNhEREUGVKlUYNGgQrVu3Nnu/yuleKicZ37tfffVVOnbsSHx8PAD//POPWZLOaDSyceNGNm7cyPnz54mLi8PR0ZFGjRoxcOBA2rZta1b3g9f9zz//8O+//7J69Wpu3brF008/zc8//wyAoihs27aN9evXc/bsWaKiorC3t6dixYo0b96cMWPGmA2/DQ8PZ8mSJezevZubN2+i1+spX748rVu3ZtiwYVSsWNEslgeHUs6cOZPZs2ezc+dOoqOjqVy5Mq+99pop0ZqXe4+8vqbS6fV6Fi5cyKpVqwgKCqJ8+fK8+OKLDB06lIYNG5rKTZs2zezeH9LuS37//XeOHz9OeHg41tbW1K5dmxdeeIF+/fphZWWVKfbcaNKkidlr4u7du7z99tucPXsWgF27drFy5UpeeumlLNsp4+tQr9ezbNky/v77b65cuUJiYiJOTk54eHjQoEED2rZty3PPPZflPemhQ4fM2jq93gefx6+//prvv/+e/fv3ExkZyZw5c+jYsaPZsVm1XzqdTse8efNYt24dISEhlC1bll69ejF8+HCz11tOQ3Gz+6yV1Zx3Gdsq/V77YUNi83J/n91zEh4ezqJFi7h06ZLpPvaTTz4psl7Gj0qSdEKIEqVmzZp8//339O3b17Rv8eLFpiRdTt58881Mc4pFRkYSGRnJhQsXSEhIyFU92bl48SL9+/cnMTExX8enpKTwyiuvcObMGdO+K1euMHnyZK5fv85nn32W79gKSlhYGK+99hqBgYFm+yMiItizZw979uxh69atfPfdd2ZvoBl9/PHHHD161LQdGRnJ6tWruXHjBsuWLctVHImJiQwfPpzDhw+b7Y+OjubQoUMcOnSI9evXM2/ePBwcHPJ4lXn3YPLJzc3NbHvTpk1s27bNbJ9Op+PKlStcuXKFDRs28McffxTapL7nzp2jd+/eJCQkmO0bNWoUCxcupGXLlqb9O3fuZNSoUej1eiDtA9PWrVvx9/enevXqWdZ/+fJl+vfvT1JSktn+9GHAAQEBPPHEE5KkE0KIAubk5ISDgwPR0dFA5vef0NBQ5s+fn+m4iIgIDhw4wIEDBwgICGDatGmFFmNu3/d1Oh1vvPEGR44cMe27fPkyEyZMoF27dgUel5ubG9WqVTPdd4WHh5seS05O5u233+bAgQNmx0RFRbF79252797Na6+9xrhx47Ktf/z48WbXki4lJYV3332XXbt2me2PiYkhJiaG8+fPM3LkSFPS5Pjx47z99ttERUWZlb958yZ//PEHmzZt4pdffsl2Eazg4GB69+5NWFiYad/Vq1f5/PPPUavVvPjii9leQ1by+5oaO3YsmzdvNm3funWL77//nhMnTuR4vu+//55ffvnFbJ9Op+PEiROcOHGCLVu2MG/ePOzt7fN0HVkpV64cP//8M507dzb1qFu0aJEpSZeTzz77LFOCOzo6mujoaC5fvsz169d57rnn8h1baGgo/fr1M3se82rUqFFmr7vbt28ze/Zszp49y88//5wpsVrUCuL+/ocffjD7e5OcnMy2bdu4ePEiGzdufKQpboqKJOmEECVOo0aNqFu3LhcuXADg8OHDGAwGU1f0rFy5csWUoFOr1fTs2ZNq1aoRFRXF7du3zZJ3Tz31FPb29vz555/cunULgIYNG5r1EMtqKOO5c+fQarX06NGDqlWrcvXq1TxNQhweHk5sbCwDBgzA2dmZjRs3EhISAsDSpUvp3LkzTz75ZK7ryyh9Do0zZ86wZcsW0/6Mc0LkZj6ZDz/80CxB16VLF2rVqsWBAwc4fvw4ANu2beOXX35h1KhRWdZx9OhRWrZsSZMmTcyG6Rw+fJgTJ06Y9UDLzldffWX2Bt66dWt8fX05ceIE+/btM53nq6++Ytq0aaa527Zs2WK6Ga9cubLppiu/Q0bTe82tWbPGtK9BgwZUrVrVrJyTkxOtW7emRo0auLi4YGVlRXh4OP/++y9BQUHEx8czY8YM5s2bV2DPVUYXL17ExcWFV199leTkZFatWoXBYEBRFH777TdTki4pKYlPP/3UlKDTarX07t0bFxcX1q9fb3qOH7Ru3TpTgq58+fK88MIL2NnZERISQmBgICdPnsxTvEIIIR4uPj6etWvXmhJ0AF27djUro1arqVmzJo0aNcLDwwNnZ2dSUlI4d+4cO3fuRFEU1q5dy0svvUSjRo3o1q0btWvXZu7cucTExAD3hwTmV27f95csWWKW1PL29qZDhw5cuHCBHTt25Pv82YmKiuL69eumbQ8PD9PPU6dONSXorKyseO6556hatSqXLl1i69atKIrCwoULadCgAd27d8+y/iNHjlC7dm3atWuHoiim+9Tp06ebJUoqVKhAx44dcXJy4vLly+zcudP0WHx8PCNHjjQl6Ly8vOjatSu2trZs27aNwMBA4uLieOedd/jnn3+ynFPv1q1b2NjY8NJLL2Fra8uff/5JcnIyAL/99hsvvvhinu498vqaAti6datZgq5y5co899xzBAUFsWnTpmyfo82bN5sl6Fq3bo2fnx8RERGsW7eOxMREjhw5wrRp05g8eXK29eRFeg/F//77D4Dr169z9+7dHL9oTEhIYOPGjabtLl26UL9+feLi4kzz3KV72D0pZD3XXfprtXPnznh7exMUFJTn4dO7d++mR48eVKhQgX/++YerV68CsGPHDjZs2EDPnj3zVF9GY8eO5ebNmyxfvty076233sLZ2RnI3b12Xu/vs3L06FF8fHxo3bo1AQEBHDt2DEhrv3///feREqVFRZJ0QogSqXr16qYkXUpKCjExMZQpUybb8unfhqUfO3XqVLNviwwGgykh5ufnh5+fH7t27TIl6WrXrp2r+RN++OGHTMMH87K0+NSpU003e/379+fZZ581DWFZuXJlvpN06cMz165da3bzlZc5Ic6fP4+/v79p+4033uCjjz4CYOTIkQwcONCUxFm6dGmmRT3SderUidmzZ6NSqXjllVdo1aoVBoMBgNOnTz80SRcVFcX69etN2127dmXWrFmm7ffff5+///4bgA0bNjB27FjT3G2BgYGmG6JHmRPjzp07WfZ68/Hx4Ycffsi0f8qUKeh0Ok6ePMn169eJj4+nfPnytGjRgrVr1wLg7++PTqcrkOfqQSqVikWLFlG/fn0AbGxsWLx4MYBZz80dO3YQERFh2v7ss89MN419+/alW7dupgReRhl/vwYOHMjw4cPNHk//oCeEEOLRffLJJ5mGy9nZ2fHOO+9kGrJYq1YttmzZQlBQEKdPnyY8PBytVkuzZs04e/Ysd+/eBWDv3r00atSIp59+mqeffprff//d9Lf7wSGBeZXb9/1Vq1aZjvHy8mLlypXY2toC2a/SmlfpPcDS56RLH+qaHiek9drJ+OXbxIkT6dOnj9n2H3/8AcCCBQuyTdL5+vqyZMkSs547MTExrFy50rRdv359li1bZtYrKDg4GDs7OyBtuo7092UXFxfWrl1r+qJ46NChdOjQwTQqZN26dVmuAgzw3Xffme5PK1SowNSpUwG4du2aaThhbu898vqaAvPn1t7enpUrV5ru26tUqZJpmpl0v/32m+nnnj178vXXX5u2n3jiCd5//31TO40ZM6bA5gN+cOTAw5J0er3e9Jp2dHRkxowZZl/UK4pi+jzwKPek48eP55VXXsnz9aR7//33eeuttwAYNmwYHTt2NCWAV6xY8UhJuqFDhxIQEGCWpOvbt2+uV3fNz/39gz2HIa0zxx9//IGVlRU6nY62bduafodOnz4tSTohhCgsiqLkqXzNmjVxdXUlOjqaK1eu0KlTJ+rXr0+1atXw9vamZcuWeHl5PVJMderUyXJ+r9yysrIy661XqVIl/Pz8CAgIADDNj2EpD/ai6tWrl+lnjUZD9+7dTWWio6O5du1alsvXv/TSS6YEqaurK25ubqYhJrlJ5pw6dcp0I/RgHOnb6W/iBoOBU6dOZZo3pjC4u7vz3nvvZfk62rhxI1OnTs00VCWj1NRUoqKiKFu2bIHH5uvra0rQgfnNZ8Y2z5iwA+jRo4fp56pVq+Ln55dpyDhAs2bNTPOVzJo1ix07dlC9enWqV69O48aNadasWY49XYUQQjyajh07MmDAgEz7o6KiGDduXKahlQ9KT6wUhty87yckJHDt2jXTMc8++6wpQQfQu3fvAknSffPNN1nur1+/vmlOvZMnT5p9ITV+/PhsF5Q4f/48SUlJpqRaRq+//nqmoXUnTpwwq3vYsGGZhu1lnDcrvRcQpLVVTvPwHT9+PMskXdmyZc3uTx9MQMXGxuapR1Z+XlMZ7y+efvppsy/We/funWWSLikpifPnz5u2169fb5bEyUiv13Pq1KlHmrYmo7x+znBxcTEl3uLj4+nQoQM+Pj5UrVrV9DmjcuXKjxSTi4sLAwcOfKQ6Mt7XOTo60q5dO9OXxefOnXukuh9VQd3f9+3b1zRHoZWVFZUqVTIl6UrKl8aSpBNClEgZhyfY2Ng89JszGxsbZs2axfjx4wkKCuLWrVumXnKQ9kd8zJgxvPbaa/mOKbv5unLL1dU1UyIj49CLuLi4LI978EYifVXZgvbgG5u7u7vZdsZYsyqf7sEk1oPfND5qHA9ux8bGPrTOvEpf3TUiIoINGzYQHh5OREQEb775JvPnzzeb4+3s2bN8/PHHGI3Gh9ZbWM9dbts8Y1s5ODhkmt/F09Mzy/qfffZZXn/9dZYtW0ZqairHjx83S+p6eXkxd+5cWYlWCCEKQLdu3ahbty7Hjx83DY3ctGmTaXXXjCMFPv3004cmU6Dw3n8gd+9BD97jPPh+8+A9xqNSq9U4OTlRq1YtOnfuzMsvv2yKKy8f5BVFITo6OsskXY0aNTLte7Duh/UyyksskZGRWe7Pqf2BXN2fZJSf11TG5/fB5za7e4vY2Ng8Jcuyu/78yPg5AzLPPZyVGTNmMGbMGC5fvkxoaKhpuCykvd6GDBnySCsvV65cOdv5nnMrp3v35ORkUlNTM70+isvnjNze3z/q54ziQJJ0QogS5/Tp06ahrpDW3T2rYZUPatmyJf/99x9nz57lwoUL3Lhxg+PHj3PkyBF0Oh3ffPMN7du3zzSfWG496oS10dHRmebWyziJccZ5RjLegKfPK5Luxo0bjxRHdh5cgS0iIsKsm3nGWLMqn+7BG4y8TlKbVRw5bafPhVGQMq7u2r9/f3r27EliYiIGg4GJEyfy119/ma5z69atphtglUrFzJkzadeuHfb29uzevTvT0NDC8OCqZ9m1eca2SkhIIDk52awnQ06TFX/88ceMGDGCY8eOce3aNa5du8aOHTsIDQ3lzp07TJw4MdcLgwghhMhextVdv/jiC1asWAGkTZuQcV6pxMREs2RKy5YtmTx5MhUrVkSj0fDiiy9y+vTpQo83N+/7D/bkevC9/MF7jPx6cMX6rDx4n/Hqq6/m2Ms9q3nggCwTdw/Wffv2bdOQ0IfF4unpmeOXydmtXJnbe4DcyO9rysnJyTR34oPPbXb3Fg+2a/v27bNdHAPS5gQuCHfv3jXNfwZpX8LnJklXt25dNm/ezMWLFzl37hzXr1/n3Llz7NmzB6PRyKJFi2jXrh0tWrTIV1wFsTBGRESE2esk4++VjY2NKaFVXD5n5LSd3f39o37OKA4kSSeEKFGuXr3K6NGjzfblpvdbSkoKt2/fpmbNmvj4+ODj4wOkfaPyxBNPEBcXh9Fo5MKFC6YkXcY/8g+uWlkYdDodW7ZsMc1tcvv2bbNhDhlvPjK+MZ0/f970zdfdu3dzHA7y4BtXdkM0suLn52e2vW7dOtOcdAaDwWziX1dX10fuWZidRo0aodFoTF3i161bZ9bdPeP1azSaHG9+C0LVqlV5/fXXTUM1rl27xqZNm0zd9DNO6O3k5ETXrl1NSeX0bvtZeZTnKr8aNmxotr1582bTPDw3btwwez1mdOvWLVxcXHB2dqZt27am56N169amBUQsPVxbCCEeRx9++CFbtmwx9VT6+eef6d69OxqNhri4OLPhY88884xpyN3Vq1dzTFgV9T2Qo6Mj1atXNw153b59O++++64paZA+JK8oNG7c2Ow+Q6vVZjlf2O3bt7l27Vqehor6+vqi1WpNQ15/++032rVrZ/b+fvfuXcqUKYOVlRVNmjQx3StERUXx1FNPUbduXbM6FUXh4MGDjzycEh5+75Hf11TDhg1Nia99+/YRExNjSspk99za29tTr14905DX6OhohgwZkinpGBcXx549ewqkt35oaCijRo0ym2s3t6Nszp8/T7169fD29jabt/iFF14wtcu5c+dMSbqi/h2DtLnc0ueki4+PN1ukJLvPGdeuXSM2NhZnZ2fi4uL4/fffs63/wdfPgwm+nBS3+3tLkiSdEKJY27t3L1FRUcTHx3P+/Hn27t1rNpfHwIEDad269UPriY2NNa1Y5uPjQ9myZbG1teXo0aNmXfAzvill/NZs9+7dzJgxAzc3N9zc3EzfYBe08ePHc+TIEdPqrumLRkDaHAvpfHx82L59O5CWPOnduzc1atQgICDALCn0oAe/CRwzZgxNmjRBrVbTo0ePHIeT1K1bl5YtW3Lw4EEg7cby1q1b1K5dm/3795sNbxw8eHCuejfmh5ubG7169WL16tVAWqIrLi4u0+pPkDb3RlaTyha0IUOGsGDBAhITEwH49ddf6dGjB2q12ixZGRsby/Dhw2nSpAnHjh0zi/VBj/Jc5VeHDh1wd3c3fVv55ZdfcurUKZycnFi/fn2Wi0ZA2nPw448/0rx5c6pWrYqnpydJSUn89ddfpjKF0aNRCCFKO2dnZwYOHGhaAfPGjRumL/zc3d1xdnY2DQv73//+R0REBHq9nrVr1+Y4bK1cuXKmHjPr1q3D1tYWBwcHqlSpYlpgoaD169fPtDDA9evXGTBgAM888wwXLlwwGzpY2FxdXenTp49pgYfffvuNM2fO0KRJE2xsbLh79y4nT57k3Llz9OrVizZt2uS6bhcXF/r162daeOLs2bM899xzdOjQAWdnZ65fv8727dvZt28fVlZW9O7dm//9739ERUWh1+t56aWXePbZZ6latSqpqalcu3aNQ4cOER4ezpIlSx45Ufewe4/8vqb69etnuueJjY2lX79+PPvsswQHB5utivqgoUOH8uGHHwJp8/O98MILtGvXDhcXF6Kjozl37hxHjx6lbNmy+VoQ4Pjx48yfP5+kpCQCAwPZtWuXWWKpXbt2ZvffOenXrx9ly5alWbNmlC1bFkdHRy5cuGCWuMzYOzBjW589e5avvvqKChUqYGVlle0CII9q1qxZXL16lYoVK7Jt2zazuZL79etn+jm9MwOkJfN69uxJo0aNOHbsWI7zVz74+pk4cSJt2rRBo9HQvn37HL/AL47395YiSTohRLG2ZcsWs1Wm0mm1WkaOHGn6Nii3AgMDCQwMzPKxRo0a8cQTT5i2O3XqZPrWJikpiXnz5gFpqzIVRpLOzc0NDw8Ps1WR0r388stmkwW/+OKLLFiwwJSQS78utVpN69ats03+NGnSBE9PT9PQgv/++8904/vkk08+NPHz7bff8uqrr3L58mUAtm3bxrZt28zKdOnSJc/PS159+umn3Lhxw7RM+759+zJds5+fH5999lmhxpHOxcWFAQMGsGDBAiDt2+StW7fSrVs3evfuzcKFCwkNDQXSEs979+4F0ibBza7n46M+V/lha2vLlClTGDVqFHq9Hp1OZ3o9uri4mG6UIPPwAZ1Ol+XzkO6NN94o8HiFEELAK6+8wuLFi029cebOncvzzz+PVqtl2LBhzJw5E0jrifTrr78CaYtdeXl5ZdvLuVOnTqaFgiIjI/npp5+AtJ5ThZWkGzx4MP/99x9HjhwB0hIX6fE9/fTT7Nmzx1S2sL4ITDd+/Hhu377NgQMHgLShxBlXuH8U48aN486dO+zevRtIWzF+yZIlWZZ1cnLi559/ZsSIEURFRZGYmFiovQpzc++Rn9dUly5deO6559i8eTOQloRNTyzn9Nx2796dwMBA5s6dC6TdX129erXArnf//v3s378/036VSsXAgQP5+OOP8/Rau337tmkV1wdVqlSJZ5991rTdsWNHfv75Z4xGI0aj0bQAl729faEl6Z544gk2bNiQaf8zzzxjtrJrp06dqFatmmluvjt37nDnzh0A2rZta3rtPqhSpUrUr1/ftAjFoUOHTH9HvLy8HjrKprjd31tK4f51E0KIAqDRaHBwcKBSpUq0bNmSd955hx07djBixIhcv3G6uLjwxRdf8Pzzz1OrVi3TIg2Ojo40bNiQ9957j0WLFpl10+7QoQNffPEFNWvWzNS1vjDY29vzxx9/MHjwYMqVK4eVlRXVq1fn008/5YsvvjAr6+7uzrJly3j66aext7fH3t6eFi1asHTp0hy/SbS2tmbevHm0bt06T8Mz0nl6erJ69WrGjRtHkyZNcHJyQqvVUqZMGdq0acP333/Pjz/++MgT2z6Mvb09ixYt4quvvqJ58+a4urqi1WpxcXHhySefZNKkSSxdujTTimmF6fXXXzebnHbu3LkoioKrqyt//PEHnTt3xtHREVtbW3x8fJgzZ06mlasyetTnKr/atWvHokWLePLJJ7G1tcXZ2ZkOHTqwYsUKszgy9ozr0KEDI0eOpFWrVnh5eWFnZ4dWq8XT05NnnnmG//3vfwwePLjIrkEIIUqTMmXK8OKLL5q2AwMDTb3thw8fzhdffEG1atWwsrLC09OTfv36PfQ9cuDAgbzzzjsFMll9bllZWfHbb78xbNgwypcvb7oP+uSTT3j77bfNymY3D1xBsbOzY/78+cycOZO2bdvi4eGBVqvF1taWKlWq0KVLFyZPnsy4cePyXLeNjQ1z585l1qxZtGvXDk9PT6ysrHB0dKROnToMGTLEbD5YPz8/Nm/ezIgRI2jQoAGOjo5oNBqcnZ1p0KABgwYNYuHChWZfNOdXbu498vua+uabbxgzZgxVqlTBysoKLy8vRowYwYQJE8zKPfjcjh49mj///JMXXniBSpUqYW1tjZWVFeXKlaN169aMHj2aRYsW5fua1Wo19vb2VKhQgSeeeIJhw4axdetWPv/880yLKORkwoQJ9O7dG29vb8qUKYNWq8Xe3h5vb2/eeOMNVq1aZXZt9erVY+bMmTRo0CDTKsCF5bfffmPEiBFUqlTJ9ByMGjWK2bNnm335amNjw6JFi+jatSvOzs7Y2NjQuHFjfvrppyyHfmc0e/ZsOnXqhKura57ngyuO9/eWoFJKyhIXQgghhCh0KSkpWd4s3r17l27duhEfHw/ABx98UOg9JoUQQpQuDy5YlO7rr7829Va3t7cnICAgTwkUYXnZPbfLli1j8uTJpu09e/bkaqEGIR5XMtxVCCGEECZ79+5lxowZPP/881SrVg07OzuuX7/OsmXLTAk6e3t704ISQgghREEZMmQIlStXpmnTplSoUIGYmBj27t1rGiYJMGDAAEnQlUBjx44lNTWVp556iooVK5KUlMSRI0dMc5BB2rBYSdCJ0k6SdEIIIYQwc+3aNWbPnp3lYw4ODnz//fd4enoWcVRCCCEedykpKfz1119mCw9l9Mwzz/DBBx8UcVSiIOj1enbu3Gm2omhGjRo1MutRJ0RpJUk6IYQQQph4e3vz0ksvceTIEUJDQ4mPj8fOzo6qVavy1FNPMXDgQMqXL2/pMIUQQjyGBg0axNatWwkMDCQ6OhpFUShTpgwNGzbkhRdeoEuXLpYOUeRTr169UKlUnDt3zrRaraurK3Xr1qVr16706NGjyOY/FKI4kznphBBCCCGEEEIIIYSwMFndVQghhBBCCCGEEEIIC5MknRBCCCGEEEIIIYQQFiaDvguI0WhEr9ejVqtRqVSWDkcIIYQQQjxmFEXBaDSi1WpRq+W7diGEEOJxI0m6AqLX6zl9+rSlwxBCCCGEEI85Hx8frK2tLR2GEEIIIQqYJOkKSPq3mT4+Pmg0GovFYTAYOH36tMXjsDRph/ukLe6TtrhP2uI+aYs00g73SVvcJ21xX3Foi/QYpBedEEII8XiSJF0BSR/iqtFoisVNbHGJw9KkHe6TtrhP2uI+aYv7pC3SSDvcJ21xn7TFfcWhLWRqFSGEEOLxJF/DCSGEEEIIIYQQQghhYZKkE0IIIYQQQgghhBDCwiRJJ4QQQgghhBBCCCGEhcmcdEXMYDCg0+kKtX6A5ORki8+XYknSDveVpLawsrIq9jEKIYQQQgghhBCFQZJ0RURRFEJCQoiOji7082i1Wm7cuFGqJxWWdrivpLWFq6sr5cuXLxGxCiGEEEIIIYQQBUWSdEUkPUFXtmxZ7O3tCy0BoSgKSUlJ2NnZleokh7TDfSWlLRRFITExkdDQUAAqVKhg4YiEEEIIIYQQQoiiI0m6ImAwGEwJOnd390I9l6IoGI1GbG1ti3VCprBJO9xXktrCzs4OgNDQUMqWLStDX4UQQgghhBBClBqycEQRSJ+Dzt7e3sKRCFH8pf+eFObcjUIIIYQQQgghRHEjSboiVNx7MQlRHMjviRBCCCGEEEKI0kiSdEIIIYQQQgghhBBCWJgk6YQQQgghhBBCCCGEsDBJ0olcOX78OPXq1WP48OGWDqXUmD17Nj169MjXsStWrGDw4MH4+flRt25d4uLiMpWJjo5mzJgx+Pn50axZM8aPH09CQoJZmQsXLvDyyy/j4+ND27ZtmTdvXqZ6Fi1aRJcuXWjUqBFt27Zl6tSppKSkZBnXr7/+ire3N1OmTMnXdQkhhBBCCCGEEI8rSdKJXFm9ejWDBg3i8OHD3L17t1DPpSgKer2+UM/xuEtKSqJNmza89dZb2Zb58MMPuXz5MgsXLuSXX37hyJEjfPHFF6bH4+PjGTp0KBUrVmTt2rWMHTuWOXPmsGLFClOZTZs2MXPmTEaNGsWWLVuYMmUKW7Zs4bvvvst0vlOnTrF8+XK8vb0L9mKFEEIIIYQQQojHgCTpxEMlJCSwZcsWXnrpJZ555hnWrVtnemzMmDG8//77ZuV1Oh3Nmzdn/fr1ABiNRubOnUv79u1p1KgRL7zwAlu3bjWVDwgIwNvbm927d9O7d298fHw4evQoN2/e5O2336ZVq1Y0adKEPn36cODAAbNzhYaGMnz4cBo1akT79u3ZtGkT7du3Z/HixaYysbGxfPrpp7Ro0QI/Pz+GDBnChQsXcrzmkJAQRo8ezZNPPomvry+9e/fm5MmTpsf/+OMPOnbsSMOGDenSpYvpWgFu376Nt7c358+fN4vB29ubgIAAs2s+ePAgvXv3pnHjxgwYMICrV68CsHbtWubMmcOFCxfw9vbG29ubtWvX5hhzRq+++irDhw+ncePGWT5+5coV9u7dy1dffUXjxo1p1qwZn332GZs3bzYlYTdu3IhOp2Pq1KnUrl2b5557jsGDB7Nw4UJTPcePH8fPz4/u3btTqVIlWrduzfPPP8+pU6fMzpeQkMBHH33EV199hYuLS66vQwghhBBCCCGEKC0kSWdpCQnZ/0tOzn3ZpKSHl82nv//+mxo1alCjRg1eeOEF1qxZg6IoAHTv3p2dO3eaDZPct28fycnJdOzYEYC5c+eyfv16Jk6cyObNm3n11Vf56KOPOHTokNl5Zs6cyZgxY9iyZQve3t4kJibStm1bFi1axLp160w9w4KCgkzHfPzxx4SGhrJ06VJmz57NypUriYiIMKv3vffeIyIignnz5rF27VoaNGjAK6+8QnR0dJbXm5CQwKBBg7h79y4///wzGzZs4I033sBoNAKwfft2pk6dymuvvcamTZsYMGAA48ePx9/fP89t+/333zNu3DjWrFmDRqNh/PjxAHTr1o3XX3+d2rVrs2/fPvbt20e3bt0AGDduHIMHD87zuTI6fvw4zs7O+Pj4mPa1atUKtVptSrCdOHGCZs2aYW1tbSrTunVrrl27RkxMDABNmjTh7NmzpmNu3brF7t27adu2rdn5Jk2aRNu2bWnVqtUjxS2EEEIIIYQQQjyutJYOoNRzdMz+sW7dYPPm+9tly0JiYtZl27aFXbvub1evDuHh5mXuJdbyavXq1bzwwgsAtGnThri4OA4dOkTz5s1p3bo1dnZ2bN++nZ49ewLw119/0b59exwdHUlNTWXu3LksXLiQJk2aAFC5cmWOHj3KihUrePLJJ03neffdd3nqqadM266urtStW9e0/f777/Pvv/+yY8cOBg0axJUrVzhw4ACrV682JZu++uorOnfubDrm6NGjnDp1ioMHD5qSTR9//DH//vsv27Zto3///pmu96+//iIyMpLVq1fj6uoKQNWqVU2Pz58/n169ejFw4EAAqlevzokTJ1iwYAEtWrTIU9t+8MEHpjYYPnw4w4cPJyUlBVtbW+zt7dFoNHh6epod4+npaUoY5ld4eDhlypQx26fVanFxcSEsLMxUplKlSmZlPDw8TI+5uLjQvXt3oqKiePnll03DlAcMGGA2zHbz5s2cO3eO1atXP1LMQgghhBBCCCHE40ySdCJHV69e5fTp0/z0009AWiKnW7durF69mubNm6PVaunatSubNm2iZ8+eJCYm8t9//5nmJLtx4wZJSUm8/vrrZvXqdDrq1atnti9jry5I69E2Z84cdu3aRVhYGAaDgeTkZFNPumvXrqHVamnQoIHpmKpVq5oNp7xw4QKJiYk0b97crO7k5GRu3ryZ5TWfP3+e+vXrmxJ0WbXJg8k9Pz8/lixZkmX5nGScny09GRcREUHFihWzPWbMmDF5Pk9hCQgIYO7cuXz55Zc0atSImzdvMmXKFH766SdGjhxJcHAwU6ZMYcGCBdjY2Fg6XCFEKXHz5k3CH/yiKg8MBgOXLl3CaDSi0WjyXY+HhwdVqlTJ9/FCCCHEo/j999+ZP38+YWFh1K1bl88//5xGjRplWXbt2rV88sknZvusra05ffp0UYQqhLhHknSWFh+f/WMPfjAIDc2+rPqBkcvXroFKlf+47lm9ejV6vZ42bdqY9imKgrW1NV988QVOTk50796dwYMHExERwf79+7GxsTGVT7zX82/u3LmUK1fOrO6MwygB7OzszLa//vprDhw4wMcff0yVKlWwtbXl3XffRafT5Tr+xMREPD09Wbp0aabHnJycsjzG1tY21/VnRX3vuVAy9FzMbiEMrfb+r6Dq3vP1qL3kcsPDw4PIyEizfXq9npiYGFOy0MPDI9OH3PTt9B51P/zwAy+88AJ9+/YFMA1T/uKLL3j77bc5e/YsERER9O7d21SHwWDg8OHD/P7775w+ffqRPgALIcSDbt68iXfdeiQnZdPzvAjZ2tlz8cJ5SdQJIYQoclu2bGHatGlMnDiRxo0bs3jxYoYOHcrWrVtxd3fP8hhHR0ezucNVBfB5UgiRN5KkszQHh8Ir+4h/VPV6PRs2bGDcuHFmw1ABRo4cyV9//cVLL72En58f5cuXZ8uWLezZs4dnn30WKysrAGrWrIm1tTVBQUFmQ1tz4/jx4/Tq1YtOnToBaT3r7ty5Y3q8evXq6PV6zp07R8OGDYG0nnvp86UB1K9fn/DwcDQaTaahm9nx9vZm1apVREdHZ9mbrkaNGhw7doxevXqZ9h07doxatWoBmIaRpg8bBcwWkcgtKyurQkvYNWnShNjYWM6cOWNqO39/f4xGo+nbNV9fX2bNmoVOpzM9nwcOHKB69eqm3orJycmmpGS69KSboii0aNGCTZs2mT3+ySefUKNGDYYNGyYJOiFEgQsPDyc5KRGfPmNw8KxssTgSwm5xes1MwsPDJUknhBAiS4cPH2b+/PmcOXOGsLAwfvrpJ9O83tkJCAhg+vTpBAYGUqFCBd5++22zL8TTLVy4kH79+tGnTx8AJk6cyK5du1izZg3Dhw/Psm6VSpVpqh0hRNGSJJ3I1q5du4iJieHFF1/M1Ousc+fOrF69mpdeegmA559/nuXLl3P9+nWzlVUdHR15/fXXmTZtGoqi0LRpU+Li4jh27BiOjo5mia4HVa1ale3bt9O+fXtUKhWzZs0yS1rVrFmTVq1a8cUXXzBhwgS0Wi3Tp0/H1tbW9K1Pq1at8PX1ZeTIkXz00UdUq1aN0NBQdu/eTceOHTMNsQV47rnn+OWXXxg5ciSjR4+mbNmynDt3jrJly9KkSRPeeOMN3n//ferVq0erVq3YuXMn27dvN616amtri6+vL7/++iuVKlUiIiKCWbNm5bn9vby8uH37NufPn6dcuXI4OjpibW3NzJkzuXv3Lt988022x4aFhREeHm4a0hsYGEhkZCQVK1bE1dWVmjVr0qZNGz7//HMmTpyITqdj8uTJPPfcc6Yej927d+enn37i008/ZdiwYQQGBrJkyRKzbvDt2rVj4cKF1K9f3zTc9YcffqBdu3ZoNBocHR2pU6eOWWz29va4urpm2i+EEAXJwbMyzhVrWToMIYQQIluJiYl4e3vTp08fRo0a9dDyt27d4s0332TAgAHMmDGDgwcP8tlnn+Hp6Wk28ik1NZWzZ8/y5ptvmvap1WpatWrF8ePHc4ynXbt2GI1G6tevz+jRo6ldu/ajXaQQIk8kSSeytXr1alq1apXlsNAuXbrw22+/ceHCBerWrcsLL7zAL7/8gpeXF02bNjUr+/7771OmTBnmzp3L7du3cXJyon79+maLC2Rl3LhxjB8/ngEDBuDm5sawYcPMVpGFtCGxn376KQMHDsTT05PRo0dz+fJl01BalUrFr7/+yqxZs/jkk0+IiorCw8ODZs2amYZsPsja2poFCxbw9ddfM3z4cAwGAzVr1uTLL78EoGPHjowfP54FCxYwdepUvLy8mDp1qtm8d1OnTuXTTz+ld+/eVK9enY8++ijTvHwP06VLF7Zv386QIUOIjY1l2rRp9O7dm7CwMIKDg3M8dvny5cyZM8e0/cYbbwCY6gCYMWMGkydP5pVXXkGtVtO5c2c+++wz0zFOTk7Mnz+fSZMm0bt3b9zc3BgxYoTZfHxvv/22KYF69+5dypQpQ7t27fjggw/ydK1CCCGEEEKUNm3btqVt27a5Lr98+XIqVarEuHHjgLROC0ePHmXRokVmSbqoqCgMBkOmYa3u7u5cvXo1y7qrV6/O1KlT8fb2Ji4ujgULFjBgwAA2b95M+fLl83F1Qoj8UClKPpf8FGYMBgMnTpzA19c30xC+5ORkrl27RvXq1R95vrOHURSFxMRE7O3tS+UcAiEhIbRt25aFCxfSuHHjUtsOGZW010Rh/r7k9Hta2khb3CdtkeZxaYdjx47RtGlTWrw1y6I96WKDLuP/y/scPXoUPz8/i8XxqB6X10VBKA5tURxiEEIUDm9v74cOdx04cCD169fn008/Ne1bs2YNU6dO5ejRo6Z9d+/e5emnn2b58uU0adLEtP+bb77h8OHDrFq16qHx6HQ6unXrxnPPPcf777+fv4sSQuSZ9KQTJdrBgwdJTEykTp06hIWF8e233+Ll5UWzZs3ytMCEEEIIIYQQQhRn4eHhmUYDeXh4EB8fT3JysukLbjc3NzQaDREREWZlIyIish1N9CArKyvq1atnmj5HCFE01A8vIkTxpdfr+f7773n++ecZNWoUZcqUYenSpaaFDoQQQgghhBCiNLG2tqZBgwYcPHjQtM9oNHLw4EGznnU5MRgMXLp0SRaSEKKISU86UaK1adPGbP6FdDKKWwghhBBCCJFfeV15NSAggCFDhmTav2/fvgJLdHl4eBAeHm62Lzw8HEdHx0zTxLz22mt8/PHHNGzYkEaNGrF48WKSkpJM81OPHTuWcuXKMWbMGADmzJmDr68vVatWJTY2lvnz5xMUFETfvn0LJHYhRO5Ikk4IIYQQQgghhMggryuvptu6dSuOjo6m7QcXb3gUvr6+7Nmzx2zfgQMH8PX1zVS2W7duREZG8uOPPxIWFka9evX47bffTMNdg4ODUavvD6yLjY3l888/JywsDBcXFxo0aMDy5cupVUtWSheiKEmSTgghhBBCCCGEyCCvK6+mc3d3x9nZOVdlExISzOZ8u337NufPn8fFxYWKFSsyc+ZM7t69yzfffAPAgAED+P333/nmm2/o06cP/v7+/P3338ydOzfL+gcNGsSgQYOyfGzp0qVm2+PHj2f8+PG5ilsIUXgkSSeEEEIIIYQQQhSAnj17kpqaSu3atRk1ahRNmzbNtuyZM2fMhshOmzYNgF69ejF9+nTCwsIIDg42PV65cmXmzp3LtGnTWLJkCeXLl+err77KcvofIUTJJEk6IYQQQgghhBDiEXh6ejJx4kQaNmxIamoqq1atYsiQIaxcuZIGDRpkeUzz5s25ePFitnVOnz49y2PWr19fUGELIYoZSdIJIYQQQgghhBCPoEaNGtSoUcO07efnx61bt1i0aBHffvutBSMTQpQk6ocXEUIIIYQQQgghRF74+PiYzTknSq/Zs2fj7e1t9u/ZZ5/N8Zi///6bZ599Fh8fH7p3787u3buLKFphSdKTzsJu3ryZaRntR6EoCsnJydja2qJSqcwe8/DwoEqVKgV2LiGEEEIIIYQQWbtw4QKenp6WDkMUE7Vr12bhwoWmbY1Gk23ZY8eOMWbMGEaPHk27du3YtGkTI0eOZO3atdSpU6cowhUWIkk6C7p58ybedeuRnJRYJOeztbPn4oXzJSpRd/v2bTp06MD69eupV6+epcMRQgghhBBClAJ5XXl10aJFVKpUidq1a5OSksKqVavw9/dnwYIFlroEUcxoNJpcJ22XLFlCmzZteOONNwB4//33OXDgAMuWLWPSpEmFGaawMEnSWVB4eDjJSYn49BmDg2flQj1XQtgtTq+ZSXh4eIlK0gkhhBBCCCFEUcvryqs6nY6vv/6au3fvYmdnR506dVi4cCEtWrQo8thF8XTjxg1at26NjY0Nvr6+jBkzhooVK2ZZ9sSJE7z66qtm+1q3bs2///5bBJEKS5IkXTHg4FkZ54q1LB1GloxGI/Pnz2flypUEBwfj4eFB//79efvtt7l48SJTpkzhxIkT2NnZ0blzZ8aNG4eDgwMAgwcPpm7dunz66aem+kaMGIGzs7NppaL27dvTr18/bty4wdatW3FxceHtt9+mf//+AHTo0AFIW8oc4Mknn2Tp0qVF2AJCCCGEEEKI0iavK68OGzaMYcOGFXZYooRq1KgR06ZNo3r16oSFhfHTTz8xcOBANm3ahKOjY6by4eHheHh4mO1zd3cv0KmyRPEkC0eIHM2cOZN58+YxYsQItmzZwowZM/Dw8CAxMZGhQ4fi4uLC6tWrmTVrFgcOHGDy5Ml5PsfChQtp2LAh69ev5+WXX2bChAlcvXoVgFWrVgFp3cf37dvH7NmzC/T6hBBCCCGEEEKIwtS2bVu6du1K3bp1adOmDb/++iuxsbH8/ffflg5NFDOSpBPZio+PZ8mSJXz00Uf06tWLKlWq0KxZM/r27ctff/1FamoqX3/9NXXq1KFly5Z88cUXbNiwIc/Z/aeffpqBAwdStWpVhg0bhpubGwEBAQCUKVMGAFdXVzw9PXF1dS3oyxRCCCGEEEIIIYqMs7Mz1apVy3b1Xw8Pj0yfqyMiIjL1rhOPH0nSiWxdvXqV1NTULOdRuHLlCt7e3tjb25v2+fn5YTQauXbtWp7O4+3tbfpZpVLh4eFBRERE/gMXQgghhBBCCPFIFEXBYFTQGYyk6o3oDEb0BiMGo4KiKDkeZ1QUdEaFVKORVKMRvTFtn0iTkJDArVu3sl1IwtfXF39/f7N9Bw4cwNfXtwiiE5Zk0Tnp5s6dyz///MPVq1extbWlSZMmfPjhh9SoUcNUZvDgwRw6dMjsuP79+5utaBIUFMSECRMICAjA3t6enj17MmbMGLTa+5cXEBDA9OnTCQwMpEKFCrz99tv07t3brN7ff/+d+fPnExYWRt26dfn8889p1KhRIV198WdjY/NIx6tUqkx/vPV6faZyGZ+n7I4TQgghhBBCCFEAjHpQjKDSgFrzwGMG7sSmEhGfQnh8KrFJOhJS9MSn6EnSGUjWGUjWGUnRG9AbFRQFPn++PncMeubeCkOtSusJZKNW46BR46jV4KhR46jR4KBR42KlwVmjwdVKg4eVFget+fn19xJ8GpUKjUpVdG1SyL7++mvatWtHxYoVCQ0NZfbs2ajVap5//nkAxo4dS7ly5RgzZgwAQ4YMYfDgwSxYsIC2bduyZcsWzpw5Iyu7lgIWTdIdOnSIgQMH4uPjg8Fg4LvvvmPo0KFs3rzZrIdWv379ePfdd03bdnZ2pp8NBgNvvvkmHh4eLF++nNDQUD7++GOsrKwYPXo0ALdu3eLNN99kwIABzJgxg4MHD/LZZ5/h6elJmzZtANiyZQvTpk1j4sSJNG7cmMWLFzN06FC2bt2Ku7t7EbVI8VKtWjVsbW3x9/encmXz1Wdr1qzJunXrSExMND1Xx44dQ61WU716dSBtqGpYWJjpGIPBQGBgIM2bN891DFZWVqZjhRBCCCGEEELkgqKAUQcqLajvDaBLTYDwSxB2EeKCIS7k3r9giL8LVVpAr7m8+PMBgmOTc32qDzt7E6zXsSIkMs9h2mvUlLPWUsHG+t7/VpSzsaKijTV17G2oZm+Dzb34DfcSeFbqkjcgMCQkhNGjRxMdHU2ZMmVo2rQpK1euNE3vFBwcjDrDdfn5+TFjxgxmzZrFd999R7Vq1fjpp5+oU6eOpS5BFBGLJunmz59vtj19+nRatmzJ2bNneeKJJ0z7bW1ts+0Gum/fPi5fvszChQvx8PCgXr16vPfee8yYMYNRo0ZhbW3N8uXLqVSpEuPGjQPSEkxHjx5l0aJFpiTdwoUL6devH3369AFg4sSJ7Nq1izVr1jB8+PDCuPxiz8bGhmHDhvHtt99iZWWFn58fkZGRBAYG0r17d3788UfGjRvHqFGjiIyMZPLkyfTo0cM0Tr5FixZMnz6dXbt2UblyZRYtWkRsbGyeYnB3d8fW1pa9e/dSvnx5bGxscHJyKozLFUIIIYQQQoiSx2hI6xmnSevgQHIshJyC0PMQfhHCLqX9HxeScz0ulQCo4emQpyTdo0g0GLmWlMq1pNQsH1cBXjZW1HKwpZa9DbXtbfF2sKWOgy1lrNLSGTqjgkYF6mLc8+7777/P8fGlS5dm2te1a1e6du1aWCGJYsqiSboHxcXFAeDi4mK2f9OmTWzcuBFPT0/atWvHiBEjTL3pTpw4QZ06dcwmUGzdujUTJkzg8uXL1K9fnxMnTtCyZUuzOlu3bs3UqVMBSE1N5ezZs7z55pumx9VqNa1ateL48eOFcq0ZJYTdKrbnGDFiBBqNhh9//JHQ0FA8PT0ZMGAAdnZ2zJ8/nylTpvDiiy9iZ2dH586dTYlQgD59+nDhwgU+/vhjNBoNr776ap560UHaUNjPPvuMn376iR9//JFmzZpl+QdMCCGEEEIIIUoFg+5+Qi42GO4cTUvKhZyC4FMQeyd/9SakjYKq6uHA/ivFY45wBbidouN2io5dkXFmj5W11uLrZI+vsz3NnB1o4myP073hszqjEa1KhaoYJ+6EyEqxSdIZjUamTp2Kn5+fWRfO559/nooVK1K2bFkuXrzIjBkzuHbtGnPmzAEgPDw80won6dvpQy2zKxMfH09ycjIxMTEYDIZMw1rd3d25evVqnq4jq2GZBoMBRVFM/zLWb2tnz+k1M/N0jvyytbPH3d09T/O9qVQq3nrrLd566y2z/YqiUKdOHRYvXpzpmPT6tVotX375JV9++WW2Zf777z+zbYD169eb7XvxxRd58cUXMx2bk/QyMrddyWuL9N8Tg8FQ4MOc0+uT4dPSFhlJW6R5XNqhuMVfGH/LitLj8rooCMWhLeR5EKKUypiUCz0PV3fC9X1w8yAk5n2IabbuJekqudo9pGDxEJqq55+IWP6JuD9aq5qdNb5O9jRxtqe1mxP1HGxRq1TojMYSOUxWlD7FJkk3ceJEAgMD+eOPP8z29+/f3/Szt7c3np6evPrqq9y8eZMqVaoUdZgPdfr06Sz3a7VakpKSMBqNpn0eHh4cP3a0yFYydXd3x8PDg8TExCI5X3GQlJRk6RCKjZLSFikpKeh0Oi5cuFBo58ju97Q0kra4T9oiTUlvh0uXLlk6BDOXLl0ym2OmpCrpr4uCJG0hhChseqMejUpzvxdY0HHY/wPc2A9JUYV34qQoFKORCq62hXeOQnY9KZXrSamsD40GwE2roZWbI0+7OdGujBNV7GzSOgQooFVLLztR/BSLJN2kSZPYtWsXy5Yto3z58jmWbdy4MQA3btygSpUqeHh4cOrUKbMy4eHhAKZ57Dw8PEz7MpZxdHTE1tYWtVqNRqPJlCyLiIjI1APvYXx8fNBozFeoSU5O5saNG9jZ2WFra/4Hz9vbO0/1P4yiKCQlJWFnZ1equ/ZKO9xX0tpCrVZjZWVFrVq1Mv2+PCqDwcDp06ez/D0tbaQt7pO2SPO4tEPGL8OKgzp16uDr62vpMPLtcXldFITi0BbpMQghHj96ox6tWktcahz77+xnf9B+DgQdYFX3VZRRqeHCX4UfhKJAcjSeTiU3SfegKL2BzWExbA6LAdLmt2vj5kQbN0c6ebjgrNWgMypYScJOFBMWTdIpisLkyZPZvn07S5cuzbSCaFbOnz8P3E/A+fr68ssvvxAREWEarnrgwAEcHR2pVauWqcyePXvM6jlw4IDpptna2poGDRpw8OBBOnbsCKTd5B88eJBBgwbl6Zo0Gk2mGzeNJu1bEFURjokvynMVZ9IO95WUtkiPM6vfpYJSmHWXNNIW90lbpCnp7VDcYi/p7ZnucbmOgiBtIYQoKOmJuZCEEP65/g87bu3geOhxjMr9L5z239lP18rtiu6De2I4ZezLFdXZitydFB3LQyJZHhKJRgUtXBzp5ulC97KulLW2Qm9UpIedsCiLJukmTpzIX3/9xc8//4yDg4NpDjknJydsbW25efMmmzZtom3btri6unLx4kWmTZvGE088Qd26dYG0BSBq1arF2LFj+eijjwgLC2PWrFkMHDgQa2trAAYMGMDvv//ON998Q58+ffD39+fvv/9m7ty5plhee+01Pv74Yxo2bEijRo1YvHgxSUlJ9O7du+gbRgghhBBCCCHEYyc9MXcn7g6br21m+43tXIjMfpqXg0EH6V6zO7jXgojLhR9g3F1cXB/eeeZxYFBgf3Q8+6Pj+SzwDr5O9nTzdOGFsq5UtbNBryhoS0AnB/F4sWiS7s8//wRg8ODBZvunTZtG7969sbKy4uDBgyxZsoTExEQqVKhA586dGTFihKmsRqPhl19+YcKECfTv3x87Ozt69erFu+++aypTuXJl5s6dy7Rp01iyZAnly5fnq6++ok2bNqYy3bp1IzIykh9//JGwsDDq1avHb7/9lufhrkIIIYQQQggh0sydO5d//vmHq1evYmtrS5MmTfjwww+pUaNGjsf9/fff/PDDD9y5c4dq1arx4Ycf0rZt2yKKumClJ+ZCE0P568pfbL2+lfOR53N1bEBIQNoPzd6AbeMKMco0qvi7OJUtfYkpBTgel8jxuESmXA2mroMtfcq58VKFMnhIDztRhCyapLt48WKOj1eoUIFly5Y9tB4vLy/mzZuXY5nmzZubVg3NzqBBg/I8vDUvits8OUIUR/J7IoQQQgjx+Dh06BADBw7Ex8cHg8HAd999x9ChQ9m8eTP29vZZHnPs2DHGjBnD6NGjadeuHZs2bWLkyJGsXbuWOnXqFPEV5I9iNKLo9eg1sP3GdtYFruNQyCEUlDzVE5oYyo3YG1St1QG2FVKwGSWEYVssZq63rAsJyUy5Gsz0a8G0dXNiQIUydPVwRXMvT6eWHnaikMivXxGwtrZGrVYTFBSEp6cn1tbWhTY3mKIopKSkoFarS8T8Y4VF2uG+ktIWiqKQmppKWFgYarXaNFxdCCGEEEKUXPPnzzfbnj59Oi1btuTs2bM88cQTWR6zZMkS2rRpwxtvvAHA+++/z4EDB1i2bBmTJk0q9JgfhaLXo9JqSbl8GZtatfj3+lbG7X20HnB7b++lYp2+WBVQjDlKCEcr826aGBTYERnHjsg4XLW36VnWlZcrutPIyV5614lCIUm6IqBWq6levTrBwcEEBQUV6rkURUGn02FlZVWsEzKFTdrhvpLWFvb29lSpUgW1Wm3pUIQQQgghRAGLi4sDwMXFJdsyJ06c4NVXXzXb17p1a/7999/CDC3fFEUBRUHR6YjZuJHoFStJPnOGynPn0q7F049cv3+wP4PqD4JqT8P1PQ8/4FEkhKHSaNGqQS8DXMxE6w0sCopgUVAEdR1sec3Lg/7ly2CtVqGCEvFZSxR/kqQrItbW1lSpUgW9Xo/BYCi08xgMBi5cuECtWrVK9cpj0g73laS20Gg0aLVaeYMTQgghhHgMGY1Gpk6dip+fX47DVsPDwzPNDe7u7k54eHhhh5gnitGISq3GEBFBxIIFRK9chTE+3vR41MqVVG77NJ2qdmL7je35Ps+Ru0cwGA1o/IYUTZJOpaKauwOXwxIK91wl2IWEZD6+dJupV4N5qUIZhlXyxMvWGoOioJHPMuIRSJKuCKlUKqysrLCyKryOyukJQFtb22KfkClM0g73SVsIIYQQQojiYOLEiQQGBvLHH39YOpRHkj6kNfX6dSJ+/ZWYzVtAp8tULn73bvRRUQxvNPyRknQJugTORpzFp2orCj39kxAGQA1PSdLlRozewC+3wvj1VhhdPV0YUbksTV0cZCisyDcZTyaEEEIIIYQQolBNmjSJXbt2sXjxYsqXL59jWQ8Pj0y95iIiIjL1ritqil4PQNKJE9wc/iZXuz1HzPoNWSboANDriV61mjrOtXCycnqkc++7sw+DU1lQF3I/m4S0dq9SxqFwz/OYMQKbw2J47lgg3Y5e4r/IWAD0xrwtFCKEJOmEEEIIIYQQQhQKRVGYNGkS27dvZ/HixVSuXPmhx/j6+uLv72+278CBA/j6+hZSlDlT9HoUo5G4HTu41rcfNwYNJmFP7oadRq9Zg1qrZVSTUY8Ug3+wP1q1Ffi8+Ej1PNS9nnRebnaFe57H2LHYRF45fY2Ohy/yb4Qk60TeSJJOCCGEEEIIIUShmDhxIhs3bmTmzJk4ODgQFhZGWFgYycnJpjJjx45l5syZpu0hQ4awd+9eFixYwJUrV5g9ezZnzpxh0KBBRRp7es+5uB07ufrc89x59z2ST5/OUx26GzdIPHKU56t1e6RYToedJkmfBD79Hqmeh0qNRzGkUs7ZtnDPUwqciU/i1TOSrBN5I0k6IYQQQgghhBCF4s8//yQuLo7BgwfTunVr078tW7aYygQHBxMWFmba9vPzY8aMGaxYsYIePXqwbds2fvrppxwXmyhIyr05nROPHePai3258+67pF67lu/6olaswNnOlSfKP5HvOvSKniMhRzBUbJLvOnItMRIPR+vCP08pIck6kReycIQQQgghhBBCiEJx8eLFh5ZZunRppn1du3ala9euhRFSthSDAZVGQ0pgIKHffEvCgQMFUm/cP/9gmPAl7/i+w5CtQ/Jdz/6g/Tzl9RTYlYGkyAKJLUsJYbjZVyu8+kup9GSdj6Mdk2t70cLVUVaDFZlITzohhBBCCCGEEKWWYjSiKAq64GBuv/8B13r1LrAEHYCSkkLM+vU0KtMAa3X+e6j5B/ujVqnB75UCiy1LcSE421kV7jlKsdPxSfQ8fpnXTl8jKDkVRVFQFOlZJ9JIkk4IIYQQQgghRKmk6PUYExIImTiJK892JW7rViiEhEn0qtVorKwZ1mhYvuu4En2FqOQoqPd8AUaWmSohFEfJ0RW6v8NjaBVwgQlXgkgwGNFLok4gSTohhBBCCCGEEKVM+qIQMevXc6VTZ6KXL4d7+wpDyoULJF+4wIu1+jxSPfvu7ENftm4BRZWNhHBsNDIEsyjoFIW5t8J40v8ci++EY1AUma+ulJMknRBCCCGEEEKIUkNRFFKvXef6Sy8R/NnnGKKji+S8UctX4G7nTl23/CfZDgYdRGvtCO41CzCyBySEodFoCq9+kUmkzsCngXdod+gCx+MSAWQIbCklSTohhBBCCCGEEI89Ra/HmJRE6PSvudqzJ0nHTxTp+WM3b0bR6Xi/6fv5riMgJCDth2ZvFExQWUkIQ6XR4mQr60wWtUuJKbxwLJCPLt4i0WiUXnWlkCTphBBCCCGEEEI8thSDAYC4//7jSpdniVy8GO7tK0rGuDhi//6b5p5NUefzo3hoYig3Ym9ArY4FHF0GCWEA1PBwKLxziGwpwNKgCFr5n2dbRAwABulVV2pIkk4IIYQQQgghxGNJMRjQR0Rw841h3HnvffShoRaNJ3rVarTWtgysPzDfdey7sw+dW9UCjOoBCeEAVHOXJJ0l3U3VM/TMdV45fZWIVL0k6koJSdIJIYQQQgghhHisKEYjADEbNnC123Mk7Ntn4YjSJB09SurNmwys+3K+6/AP9sdKawPV2hRgZBnc60lXxd2+cOoXebItPJZWAedZGhQBSK+6x50k6YQQQgghhBBCPDYUvR5DTAy33h5B8PhPMcbHWzokM1HLV1DRvgJejl75Ov5wyGEMRgP4DSngyO6515Ougott4dQv8izeYGTcpdu8fPIK0ToDeknUPbYkSSeEEEIIIYQQosRLXw0zfvdurnbtRvzOnRaOKGsxGzYAMLrp6Hwdn6BL4GzEWZSqTxVkWPcZUlFSEyjrLEm64mZHZBxtD11gV2QsICvAPo4kSSeEEEIIIYQQokRT9HqU1FSCP/uc2yNHYYiOtnRI2TJERBC3YwdtK7TOdx377+zH4FQW1IW0AmtiBB6O1oVTt3gk4To9g05d4+OLt0hVFFkB9jEjSTohhBBCCCGEECWWYjSSEhjItR49iV692tLh5Er0ylXY2NjzfI3n83W8f7A/WrUVNHyxgCO7Jz4UVztJ0hVni4Mi6Hj4IoGJyRilR91jQ5J0QgghhBBCCCFKnPShftErV3G9X39Sr1+3bEB5kLB/P7qwMN7weSNfx58KO0WSPgka9S3gyO6JC8HJVlM4dYsCE5iYQpcjl5h3O22xD0nWlXySpBNCCCGEEEIIUaIoBgPo9QSN/5SQCRNQdDpLh5Q3RiPRK1dSw6kqbjZueT5cr+g5EnIEQ0W/QggOVAlhOBTSSFpRsFIVhS8vB/Hm2eukGmX4a0knSTohhBBCCCGEECWGotejDw/n+ksvEbN2raXDybeYtWtBpeY9v/fydfyBoAOo7FzBNu9JvodKCMNKoyr4ekWh2RAaTdejlwhOSZXVX0swSdIJIYQQQgghhCgRFEUh8cgRrvXoSfKZs5YO55Ho7gSRGBDAs1U65et4/2B/1Co1NH2lgCMDEsJQa6QrXUlzPiGZjkcusScyTlZ+LaEkSSeEEEIIIYQQolhTjEYAIn79lZuvDy3Wq7fmRdSKlTjYOtPGq02ej70cfZmo5Cio173gA0sIR6XWUM7ZpuDrFoUqRm9g4KmrzLx+F5B56koaSdIJIYQQQgghhCi2FIMBJTWV2++8S9j3s+Bewu5xEP/ffxhiYxnhOyJfx++7sw+9Z90CjgpISFuIoIaHY8HXLQqdAsy4HsLgU1dJkXnqShRJ0gkhhBBCCCGEKJYUvR5DbBw3Bg0ibvt2S4dT4BSdjui1a6nv6o2t1jbPx/sH+6O1cQT3mgUb2L0kXTUP+4KtVxSp7RGxdD8WSIzeIIm6EkKSdEIIIYQQQgghih1Fr0cXHMz1vn1L/PxzOYlevQa11oqRjUfm+Vj/YP+0H5oNLdigEsMBqOQmSbqS7kx8El2OXOR6coosKFECSJJOCCGEEEIIIUSxohgMJJ87x/W+/dDdvm3pcApV6uXLJJ06RY8aL+T52NDEUG7E3oBa+Vt8IluJkSiKkfLOee/dJ4qf2yk6njsayOGYBAySqCvWJEknhBBCCCGEEKLYUIxG4nft4saQVx6bBSIeJmr5Clzt3Gjk2SjPx+67sw+9W9WCDUgxQnIMZWXhiMdGjN5A/xNX2BAaZelQRA4kSSeEEEIIIYQQotiIWr6c2++8i5KcbOlQikzs1q0oycm85/deno/1D/ZHq7WBanlfITZHCeG4O1gXbJ3ColIVhZHnbvLjjbuWDkVkQ5J0QgghhBBCCCGKhdCZM7k7afJjtYJrbiiJicRs2oSfe2O0am2ejj0ScgSD0QB+Qwo2qPi7ONtZFWydwuIUYOrVYL68fMfSoYgsSJJOCCGEEEIIIYTFhUycRMS83ywdhsVEr1qN1sqGVxu8mqfj4nXxnI04i1L1qQKNRxV/FydrSRk8rubeCmP8pbT5HhWZp67YkN84IYQQQgghhBAWFTxhIlF//mnpMCwq+fRpUi5fYUCd/nk+dv+d/RicykEee+HlKCEMuwKsThQ/C+6E8+GFWyhIoq64kCSdEEIIIYQQQgiLCf5yAtHLl1s6jGIhasUKytqXpYZLjTwd5x/snzZMtuGLBRdMQhhajaQMHnfLgiN4/8JNSdQVE/IbJ4QQQgghhBDCIoK//JLoFSssHUaxEbtpExgMvO/3fp6OOxV+imR9Mvj0LbhgEsJRaayQPN3jb2VIFCPO3cAIGCVRZ1Hy6yaEEEIIIYQQosik99ZJS9CttHA0xYshOprY7dt5qnyLPB2nN+o5HHIYg5dfwQWTEIZKpaJqGfuCq1MUW+tDoxl+9rr0qLMwSdIJIYQQQgghhCgSiqKgUqkI/uILSdBlI3rlKqyt7ehbJ2+94g4EHUBl5wq2bgUTSEIYANU9HQumPlHsbQ6LYeS5G5KosyBJ0gkhhBBCCCGEKBIqlSqtB93KVZYOpdhKDAhAFxzMK/VfydNx/sH+qFVqaJq347KVEA4gPelKmfWh0Yy9eBuVSmXpUEolSdIJIYQQQgghhCgSoTNnSg+6h1EUopavoIpjJcral831YZejLxOVHAX1uhdMHPeSdF6udgVTnygxtoRHE5Scis5otHQopY4k6YQQQgghhBBCFCpFUYhcvISIeb9ZOpQSIWbdOlCp+MDvgzwdt+/OPvSedQsmiJRYFIOOci62BVOfKBEq2ljxl19tPK01REXssHQ4pY4k6YQQQgghhBBCFBqD3og+LIy706dbOpQSQx8aSsLevXSo9EyejvMP9kdj7QDuNQsmkKRIPJ1sCqYuUezVtLNhS9M6VLbRcvrkq5w+/SZBwWtRFOlRV1QkSSeEEEIIIYQQolAYDQoJ0SlYlS1LtXXrQKu1dEglRtSKldjZONK5audcHxMQHJA2l1izoQUTRHwYZeytC6YuUaz5ONrxV9PalNEaOX60N1FRBwC4cOETIiL3oCgGC0dYOkiSTgghhBBCCCFEgTMajMSEJbJiymF2LruAbZ061Pz3X9SOslpobsTv2YM+MpLhjYbn+pi7iXe5GXsTanUsoCBCcLK1Kpi6RLHV0tWBDX61cFClcjigK3HxZ02PKYqe06dHEhd3BqNRb8EoSwdJ0gkhhBBCCCGEKFBGo0JKkp5NP54kNUnPuX1BbPnlNGp3T2ru2IHWy8vSIRZ/ej3Rq1dT27kmztbOuT5s75296NyqFkgIqvhQnKQj3WOtk7szKxrXRG2II+DgMyQn38hUxmhM5uSp4eh0UZKoK2SSpBNCCCGEEEIIUWAURcFoMLLpx5PERSab9l8/Fc76745h0NpSY/NmbBs3tmCUJUP0mrWotVpG+Y7K9TH+wf5YaW2hWutHDyAhHBuN6tHrEcVSn3JuLPKpjiE1jIMHniZVF5Ft2dTUcE6eGgYYURSl6IIsZSRJJ4QQQgghhBCiQG2bd5awm3GZ9t+9Fsvqr4+SmKhQZdkyHDt1skB0JYfuxg0SjxzhuWpdc33MkZAjGIwG8Hsl2zKHQ614a7crrdd74v1nef69nc3iEAlhaDQas12qiGtYr/8Qqx0zzPZbBezF6ZMROI9+HdtVS8yPCQ/F8Yv3ISkx19chCtdQLw9+ql+VpMRrHDzYFqMx4aHHxMWd5vz5cWnzHopCIUk6IYQQQgghhBAF5sDay1w/FZ7t49F3E1k9/QhRd5PwmjULt1eGFGF0JU/UipU427nyZPknc1U+XhfPuYhzKFWfyrZMol6Ft5ueL5vG5lxZQhgqjRYH63uJutQkrI7+geJZ2/yc0dHYLZtLcp9BJLw7HqtDe9GeOmp63O7P+ST3egns7HN1DaJwfVStPFPqVCIm5gQBAZ1QFF2ujw25u4EbN3+TFV8LiSTphBBCCCGEEEI8MqNB4frpcE5sv/XQsomxqaz99hh3LkVT7uNxlP3kkyKIsGSK++cfDAkJjGqS9ZBXwwEDuoU6UmekkjorFd1qHRsPb8TgVBbUWa+m27ZiKm7WRmacdALg0wAXph5zIiXDAp4br9vSdupennjiCRwv/AWA9sQqDJX8MDqWRRV3F3Rpw5nDg+6g2Nmja9YKQ7Va6Os0QB1yBwCrw/tBo0XfpHlBNYnIJxUwpbYXY6qXJzx8F0eO9slXPVeufENU1EGMisxPV9AkSSeEEEIIIYQQxczcuXPp06cPTZo0oWXLlowYMYKrV6/meMzatWvx9vY2++fj41Mk8RoNCklxqfy78Fyuj9GlGPhrzkkuHb6L+ytDqDRnTiFGWHIpKSnErF9PI7cGWKszr+JgvGlE3VSN9hUt2pe0YIDlk5aTmqyDBlknYTZdt2XmSSdGNYwHYFCdBLbctOW7e0m7yBQVnx1y4eM2jsyfP5+EwAA0p9ahSozAULcz6rvnUWydwcoWgLKVKqNKTUV98xqqhHi0N65g9KoCCfHYbFxB0oDXCql1RG5pVTCnXhVe9/IgOHgdJ08NzXddimLg9Jl3SEm+KwtJFDBJ0gkhhBBCCCFEMXPo0CEGDhzIypUrWbhwIXq9nqFDh5KYmPOcXo6Ojuzbt8/0b+fOnUUTsAr+nnualMS8fWA3GhT+XXiOo1uv49SxA9VWrwK1fEx9UPSq1WisrBneaHimx6wGWKFppEHtqUZdTo32eS2pUakcP3UcGvXNsr7j4Vb4eabSvVpaT7h6bnqer5LMqQgrAG7Ha3GyMtKtcjyNGjWiXNXaaK4HoG86EPWdk6BSgZWdqT57Z2cSXxmB/aKfcJg+ntTmT6Nv4IvdmmWkPtMFdUQojlM+xnHSGLRH/QuhhURObNUqFvvUoFc5N27eWsC58x8+cp16fQwnTw1FUXQy9LUAZd33VQghhBBCCCGExcyfP99se/r06bRs2ZKzZ8/yxBNPZHucSqXC09OzsMPLxH/dFe5ee8j8Zjkdv/4qCdEptOnfgJrbt3Ote3eMD0lIPo7OKgrrULgCRAHjUNFCpSLlwgWSz5+nT63ezDlh3uPQcMaA0d+IEqmADagqpU3qf0t3C4NXJ/yDrZl01JmwJDUdKqUw5ckYmnjo2HjdjoMhaT3zLkdr2B1sQ49qSQBUddKTpFdx7lYU5SIiCA48haFqcxQbR6zO/42hfAPU4ZfN4tA3eZL4JvfnzdNcOof6zg2SBryG0+fvkTj0XRRnVxynjyeudj0UZ5fCa0hh4qRR83vjGjR1duDq1RncuPFLgdWdkBDImbMf0LhRwdVZ2slXFEIIIYQQQghRzMXFpa2U6uKSc2IjMTGRdu3a0bZtW95++20CAwMLNS6jwciNMxEc//fmI9d1etcdtv56Bk258tTYuRNtuXIFEGHJkgxUB94k8+qZUctX4G7vQb0y9Uz7jLeMGDYZUDdWYzXcCk0vDco1BWzhpu1NFBsXxhx0Y0CtRFZ0juRMpBUrr9jTvVoy7/rE8/pONwC+P+3Mk2VTeatB2gqfLtYKX7eI4eN9tvTr2xeDXofm2gGsN38GCZForuxBHROE9brRLJj7c+YL0emw+3M+SQOHoQ4NAaMBQ536GMtXxFCuAprrlzMfIwqch5WWjX618XOy5+KFTws0QZcuPHw7N27Mk950BUSSdEIIIYQQQghRjBmNRqZOnYqfnx916tTJtlz16tWZOnUqP//8M99++y2KojBgwABCQkIKKS6FpHhd2jx0SsHUefV4GBtmHUextqfG1q3Y1Kv38IMeI01VKgaq1LRQZU7SxW7ejJKaynt+75n2KXcUcAHNExpUriqUs0rap3wNHAw6SEx0DFEpKl6unUhtFz3tvZK5Eqsh4K41c844UN4+baWIYfXi2R1kw09nHEx1d6qcwqZuEfyzeiHf/vo7+ib9UJzKo3vmPdBYYbRzRddiKKuWLyMuMtIsVpu/16Jv0BhjlRpgNILh/ooUKoMhbZ8oVJVsrNjctDa17K05e2YEwcErCu1cV65+R0JCoMxPVwAkSSeEEEIIIYQQxdjEiRMJDAzk+++/z7FckyZN6NmzJ/Xq1ePJJ59k9uzZlClThuXLlxdabFt/PUNygq5A6wy+HMOab46SnKqi6sqVODzTtkDrL6mM8fHEbtlCc89mqO99lFd5qSAWjJeN6LbqMF4yoiqjQl1bzeXoy6jsVXi6u7Iv2IYkPRwNs8bbVc/ME44oiorRjdN6aHrYGulfK5G55xwxKjDzhCNjD6b12lQnheNduyaawJ3om718f8VYa3uUCg2oXKUa186dMcWpDrqN1ZGDJHfvlxZ3eS9QqbHavwPt6WOoQ4IwVK2Z5TVqAs9h/9PXOH38Fi5v9Ud74rDZ4zabVuH45Qc4vzsE59Gv4zBrMpprOfcWfVidANb/bMLpo2E4fTQM6+2bzI+/Fojj1HFmicbiro69DVua1qGCtZqTxwcSHr69UM+nKKmcOfMuYERRCihjX0pJkk4IIYQQQgghiqlJkyaxa9cuFi9eTPny5fN0rJWVFfXq1ePmzUcfipqVgA1XCbkSUyh1RwYnsGraEWLCU6j008+4vjSgUM5T0kSvWo3W2oaB9QcCoK6sRvOCBv1qPcoxBRIAB9B00QBwIOgAM2fO4Oezjjy3xYN6bjr61EjiRryGWJ2aDw+mDXeddtyZWaec0BtBUSAsWUNwYlodxIWwdtl8jOXqorhWAuVeoXsMej1Gw72ecYqC3e+/kvziYLBJW/kVa2uSXnkb281rsFv6C0kDXkNxK5Pl9alSUjBUqkrSgNezfNxYrgJJA14j7vNvif9wIkZ3Txx+mIIqLvv5EB9Wp/r2DWw3rSRxaNq8ebYbV6C+c+93xmDA7o/fSHr5DdBosj1HcdLEyZ6/mtbBVWvk2JEexMRkTkoWhoTEywRenoYqi16gIvdk4QghhBBCCCGEKGYURWHy5Mls376dpUuXUrly5TzXYTAYuHTpEm3bFmxPNKNB4fbFSI79c6NA631QQnQKa74+QreRjajw+RdYVfQibObMQj1ncZd07BipN28ysO7LLD23FCVMwbDZACrQdNOAFRj2GdBv0qN9Tot/sD+Tn5pMTU87yqmjGeMbz7VYDQoq7DVG3GyNDKydSEV7A6MPutKiXAoaNUxvcT/5euXieXZs34ah8dsAKE5lQWuDoUZr1CHnuHnjGtXq14fgeFCpSPhoUqa49Y2aEteo6UOvT9+wCfqGTbJ9XPdka9PPCpD04hCs9+9EfecGhro++apTExKEoVIVDHUbAmDwqoo65A5GryrYbN+IvlY9DNVqPTT24qC1myNLfWqgNiZy+FA3kpPvFOn5b99egod7e9zcWqJWS7opP6QnnRBCCCGEEEIUMxMnTmTjxo3MnDkTBwcHwsLCCAsLIzk52VRm7NixzMyQtJozZw779u3j1q1bnD17lo8++oigoCD69u1bYHEZjQrJCTq2Lyi4eehykppsYOMPJ7hyLBT3N4bi9d13hX/SYi5q+XIq2lfAy9ELw0ED6AADGLYYMGwwQAQo5xQMxw34B/ujUqkIphxhyWk9wb447MxXT8YwuE4CdxK0zDrlxNcnnPFyMNCyXKrZuRQFPv91I+PGfgRam7SdGmv0fgPQXtiO9tgK3vvwE1w9yxZxKwB6PdZ7/0Oxs8dYqWq+qzF4VUZ9NxhVZDiqiDA0ocEYK1ZGHRaC1YHdJPfoX4BBF56uHi782agmKkM0/gfbFXmCLt258x9iMCTIQhL5JKlNIYQQQgghhChm/vzzTwAGDx5stn/atGn07t0bgODgYNTq+/0uYmNj+fzzzwkLC8PFxYUGDRqwfPlyatUquF5AarWKbfPOkBxfsPPQ5cSoV/hn/lkSolPw7dYVbYXy3Hjp5SI7f3ETs34DZceMYXTT0by7+F3U9dRoe93/aG+8bUS/RI+mnoa7iXe5GXuTpfP/Bz89yaordrhaK3SunELzcqnMPe/EgV6hOFkrjNjjitUD3XhUKvhzVAuUDh3gv633z1GhAakVGgDwfM8OnNWbJ/cKk/bUUezn/wCpqSjOriS89ymKo3O+6zNWqERKz5dw+OErAJJ7voSxQiUcZk0mufdAtGdPYrt5FWi0JPV7BUPt+gV1KQXmpfJlmFm3MsnJwQQEdMFoTLRYLKmp4Zw7P5bGjeZaLIaSTJJ0QgghhBBCCFHMXLx48aFlli5darY9fvx4xo8fX1ghYTQqnN17h6DA6EI7R7YU2L/6MvFRKbTu24Qa/2zj6gs9IEPPwsdBkqIQnGE7FLiqKDgBnioVSxUjERHhfLtjB22fbo26tjqtB91RA+oaapR4BcO/BlQVVaic0uYG23dnH31r9yY2Wc3/zjrwZ8e0lVhdrBVqOutZfNGepyqkcvCuNW81iM8cVEI4KrUGD0drwuOLLhmXHb13A+I//QZVfCzW+3ZgP28W8R9PQXF2yXedqU93IvXpTqZtq4O7UWzsMNSojdOXHxA/biqq6Ajsf/uRuK9mg5VVQVxKgXirsicTankRHx9IwKHnAcuvsBoe/i937iynYsW+qFQlYy6/4sKiw13nzp1Lnz59aNKkCS1btmTEiBFcvXrVrExKSgoTJ06kefPmNGnShHfeeYfw8HCzMkFBQQwfPpzGjRvTsmVLvv76a/R68xdmQEAAvXr1omHDhnTq1Im1a9dmiuf333+nffv2+Pj40LdvX06dOlXwFy2EEEIIIYQQJYxiVEiOS8V/3RWLxnHyv1ts++0MVl6VqLVjBxpPD4vGU9AuA6NRGH1vLPGCez//cW87EggDoleuwsbGnp49e6LpoMF41Ihung79Oj2qMiq0fe73x/EP9sdKa8uUCzV4vW4i5ezvD0Oc3iKGzTfteGu3G0PrJdDIPYsET0La5+8ang6Fddl5Y2OLsWx5DDXqkDTkLRS1BusDOwqselV8LLabV5M04DU01y5jKFsBY7kKGLwbgkGPOjT44ZUUkXHVyzOhlhfR0UcIOPQsxSFBl+5S4FckJwehKCVnVdziwKJJukOHDjFw4EBWrlzJwoUL0ev1DB06lMTE+10zp06dys6dO5k1axZLly4lNDSUUaNGmR43GAy8+eab6HQ6li9fzvTp01m3bh0//vijqcytW7d48803ad68ORs2bOCVV17hs88+Y+/evaYyW7ZsYdq0aYwcOZJ169ZRt25dhg4dSkRERNE0hhBCCCGEEEIUUyq1ip2/XyQ12fIfuC8fCWXjjyfBwYka2/7Buk4dS4dUYHxUKtar1Jn+vadK++j+nkrNFJWahP370YWFMdRnKJonNFgNt8J6rDXW71qj7aE19aIDOBxyGIPRwHeTxjKojvkwyEbuOv5+LpyAPqGMapiQdVAJYQBUdy8mSboHKQroCi45ZbtqCSkduqG4uYPRiMp4/zWvMhrBaPm51tTAN3Uq8X618oSGbefoseI3b57RmMT5C58UaU+6X3/9FW9vb6ZMmZJtmbVr1+Lt7W32z8cn60VHLMGiSbr58+fTu3dvateuTd26dZk+fTpBQUGcPXsWgLi4ONasWcO4ceNo2bIlDRs2ZOrUqRw/fpwTJ04AsG/fPi5fvsy3335LvXr1aNu2Le+99x6///47qalpXXGXL19OpUqVGDduHDVr1mTQoEF06dKFRYsWmWJZuHAh/fr1o0+fPtSqVYuJEydia2vLmjVrirpZhBBCCCGEEKLYMBqMXD4WyvVT4Q8vXETuXIxizTfHSNVrqLZ6NQ5PPWXpkIqW0Uj0ypXUcKpKGdsyORaN18VzLuIcStV8ttG9JF2lMvb5Oz4vkpNR37qO+tZ1ANThoahvXUcVGQ4pydis/xPN1UuoIsJQ37iK3ZL/oY6ORNe0hakKh+8nY71za+7qfID23CnUd4NJbdsFAEO1mqhD7qA9cxyrvf+iqNQYy1UstMvPDSuViv81qMrgiu7cCVrJ6dNvWTSenERFHSQkZCNGY+H38Dt16hTLly/H29v7oWUdHR3Zt2+f6d/OnTsLPb7cKlZz0sXFxQHg4pI2lvzMmTPodDpatWplKlOzZk0qVqzIiRMn8PX15cSJE9SpUwcPj/vdnFu3bs2ECRO4fPky9evX58SJE7Rs2dLsXK1bt2bq1KkApKamcvbsWd58803T42q1mlatWnH8+PE8XYPBYNlvltLPb+k4LE3a4T5pi/ukLe57nNri5s2bmaZByAuj0cjly5fR6/Vmk2/nhYeHB1WqVMl3DMXB4/KaKG7xGwyGYhdTXjwur4uCUBzaQp4HYQmKoqDXGdm7/JKlQ8kk4k48q6cf4YX3fKk091dCvvyCmFLUySJm7Vo83n6b95q8x5cHv8yx7P6g/dTzGYpWrYW8JkySIlEUIxVc7B4h2tzR3LiC4/eTTNt2q5cAkNqiLUkD30ATcgfrg7tRJcShODhhqFqThA8nYKxY2XSMOuwuqvi43NX56oj7J09NxXbFAhLfeB/u3RMqbu4k9X8NuyX/A61VWnlr68K49FyxV6tZ6FONNm5O3LgxlytXv7VYLLkVeHkqHp4dUSkaVCrVww/Ih4SEBD766CO++uor/ve//z20vEqlwtPTs1BieVTFJklnNBqZOnUqfn5+1LnXXTk8PBwrKyucnc1XanF3dycsLMxUJmOCDjBtP6xMfHw8ycnJxMTEYDAYcHd3z3SeB+fIe5jTp0/nqXxhKS5xWJq0w33SFvdJW9xX0tsiJCSEPn1eJCXFspNG29jYsmbNasqXL2/ROApCSX9NXLpUvD5EXrp0Kd/J3+KkpL8uCpK0hShtVCoV+1dfJjHW8gsGZCUuMpnVXx/h+VGNKT95MlYVKxA+e06Bn2eYYiQsi/1dgTdVmf/O/6cozL43j1w6K2BVhrLrFYV198r0QkXPDAmMS4rCLyh8iwpNNokN3Z0gEvz96eLX8aFJOv9gf95q/BY06A2nV+ZYNhOjAZJjKetkk7fj8sHg3YCYX1Zk+3jiWx8+tI64qebP/8PqNLG2Jn7irEy7da07oGvd4eHHFzIXrYY/G9WgsbM9ly9P59at3ywdUq6kpoZx5cq31Kn9RaGdY9KkSbRt25ZWrVrlKkmXmJhIu3btMBqN1K9fn9GjR1O7du1Ciy8vik2SbuLEiQQGBvLHH39YOpRH4uPjg0ZjudVLDAYDp0+ftngclibtcJ+0xX3SFvc9Lm1x7NgxUlKS8ekzBgfPyg8/oBAkhN3i9JqZlC1bFl9fX4vEUBAel9eEsRjME5NRnTp15HXxmCgObZEegxBFxWgwEn47nnP7gywdSo5SEvWs//44nV+vT/URI7DyqkTwuHEFeo4ZqMj4DnMT+BKFVmTfM8ge+CnD4xlLXlfSFoP4DBUKMAUFXwWqqVQYFIX/oTAihwRduugVK6nUqhVPV3qaPbf3ZFvuZNhJkvXJ2Dbql/ckHUBiOO4OxbPnUWlQ1lrLat+a1LCz4cL5jwgJWWfpkPLk9u1lVKzYH0eHWqhUBZuG2rx5M+fOnWP16tW5Kl+9enWmTp2Kt7c3cXFxLFiwgAEDBrB58+Zi8YV7sUjSTZo0iV27drFs2TKzRvHw8ECn0xEbG2vWmy4iIsLUNdHDwyPTKqzpw54ylnlwKFR4eDiOjo7Y2tqiVqvRaDSZFomIiIjI1APvYTQaTbG4iS0ucViatMN90hb3SVvcV9LbIj12B8/KOFesZfFYSnJbpivp11HcYi/p7ZnucbmOgiBtIUoTlVrFrt8v8kCHsGLJoDOy9dcztO5fh0Y9e2BVsQI3h7xSYPW7PJAsW6MYKQ80fMhxbtkk2W4D1YBG9x6vqijcubdvHdAAqJ2LoYHxO3ZgiInh7cZv55ik0xv1HA45TCsvP/L1Fyw+FBdny87FVlpVsbVmbZNalLPWcObUcCIii8/8abln5MKF8TRrmrtEWm4FBwczZcoUFixYgI1N7np6NmnShCZNmphtd+vWjeXLl/P+++8XaHz5YdHxF4qiMGnSJLZv387ixYupXNm8F0TDhg2xsrLi4MGDpn1Xr14lKCjI9K20r68vly5dMkuwHThwAEdHR2rVqmUq4+/vb1b3gQMHTHVYW1vToEEDs/MYjUYOHjxo9uQJIYQQQgghRGlgNCic3XuHsJtxDy9cTCgK7F1+iYPrruDw5JPU2LKlUOYP0ykKu4EOqHKcYyuZtGGyQxUjUxUjN5X72c6qQBAQpiiEKgpBQBUgWFHYgcLAHHroZaTodESvXUt9V2/stDnPGXcw+CAqOzewdc1V3Rmp4kJwsi750zeUNHUdbNnStDZlrVScPN6/hCbo0sTGnuRO0HIUpeDmVz179iwRERH07t2b+vXrU79+fQ4dOsTSpUupX79+ruZytbKyol69ety8ebPA4noUFv0tmzhxIhs3bmTmzJk4ODgQFhZGWFgYyclpcws5OTnRp08fpk+fjr+/P2fOnGH8+PE0adLElGBr3bo1tWrVYuzYsVy4cIG9e/cya9YsBg4ciPW9P8gDBgzg1q1bfPPNN1y5coXff/+dv//+m1dffdUUy2uvvcbKlStZt24dV65cYcKECSQlJdG7d++ibhYhhBBCCCGEsBhFUdCl6PFfn7f5uYuLY9tu8O/Cc1hVrUatHTtQu7kVaP0BQAKQ0yxlXsA7qPgEFR/cGyo7DoXwe4m6yioVg1DxJQoTUBiMisoqFf9DYQgqjgPvKkY+UIycVXLuyhi9eg1qrRUjfUfmWM4/yB+1Sg1N89HDMCEMu2IxDq/0aOpszya/2jirDRw7/DwxMXlb1LI4unJlBnp9PIpSMNOTtGjRgk2bNrF+/XrTv4YNG9K9e3fWr1+fq57vBoOBS5cuFZuFJCz6a/bnn38CMHjwYLP906ZNMyXHxo8fj1qt5t133yU1NZXWrVvz5Zf3J8XUaDT88ssvTJgwgf79+2NnZ0evXr149913TWUqV67M3LlzmTZtGkuWLKF8+fJ89dVXtGnTxlSmW7duREZG8uOPPxIWFka9evX47bff8jzcVQghhBBCCCFKsvTFIlIS87gKaDFyMSCExLhUur3lQ81//+XGiy+Seu1agdT9Lwp+QJkcetHVVamom3FbgVEobMvQS+5ZlYpnM/SY26Eo2AF1gREozEBFBDADhV8VsMrmfKlXrpB08iQ9andnxpEZ2cYUGB1IVHIUbvW6w/4fcn/BAAlhaDXSk66otHVzYrFPdVTGBAICniU1NcTSIRUIvT6GwMAp1K//TYHU5+joaFp4NJ29vT2urq6m/WPHjqVcuXKMGTMGgDlz5uDr60vVqlWJjY1l/vz5BAUF0bdv3wKJ6VFZNEl38eLFh5axsbHhyy+/NEvMPcjLy4t58+blWE/z5s1Zv359jmUGDRrEoEGDHhqTEEIIIYQQQjyOjEaFqOAEzh8MtnQoj+zWuUjWzjjGC+82ptr6Ddx6YyhJhw8/Up2hisIp4ONcDkdNp1WpqKEoZJdqiVUUVqAwBRWXSOuJV1GloiJgyDBfXXaiVqygwpQpNPZszMmwk9mW239nP89WeibviYDECFQaLWo1FLM1mh473T1d+F/9auh1EfgHdEKvj7V0SAUqOGQtlSu/hqNjHVSqwp/jNTg4GLX6foI5NjaWzz//nLCwMFxcXGjQoAHLly83TZdmaZIKF0IIIYQQQggBgFqtwn/9lRKxWERuhN2MY9X0I8TH6qmycCHOL3R/pPr+Q8EFaJbH4wyKwg0gu4G381HojgoPVdrQ2Ix9GA3Aw/JisVu3oSQn857fezmW8w/2R2PtAGVq5Dp2ABLCUKnUVHazz9txIk8GVXBnboNqpCbf5uDBto9dgi6NwuXL0wotQbd06VI+/fRTs+3p06ebtsePH8/OnTs5c+YM+/fv59dff6V+/fqFEkt+SJJOCCGEEEIIIQRGg0LYzTiun454eOESJDY8mdVfHyHsdgIVpk3H/c0381WPUVHYAbQDNA8MPZ2lGFmaYZ6tFYrCcUUhRFG4oijMQiEM6JRFD7wT9xaO6HZvuxZwBziqKGxTFNSk9azLiZKYSMymTfi5N0arzr6fnH+wf9piF82GPvR6zSSEAVDDwzFvx4lcG1WlLDPqViYh/gIH/dtjNCZbOqRCExm1n8iogxiNJXdIfWGRJJ0QQgghhBBCCNQaFQEbS+ZiEQ+THK9j/cxj3DwXied771F+0sQ813ESCCNtVdcHhQGRGbbjUfgZhVEoTEYhEZh+b3GIjFIUhV9ReBsV6nuPeahUDEPFbBRWo/AeKmxymP8uXfSq1WisrHmtwWvZlrmbeJebsTehdqeHX3BG95J0Vd2lJ11h+KJmRT6rWZHIKH8OHX6eh/edLPkuX/4adQ4J5dJKWkQIIYQQQgghSjmjwUj47XhunHm8etFlpNcZ2fK/07R9qQ4N+vXDqmJFbr0xLNfHN1GpWJ/NXHRTVOb9X4aq1OSmr5qNSsXPWdTZSaXKstddTpJPnybl8mX61+nHvNPZz9m+784++tbujVVeKk8IB8DLzTZPMYmcaVQwo05lXqrozt3QvzlzZpSlQyoycXGnuXt3C56enSVZl4H0pBNCCCGEEEKIUk6tUeO//vHsRZeRYlTY9ftFAjZexbF1a6pv3ADaxydBELViBWXty1LDJfs55/yD/bHS2kLVp3JfcXIMikFHeWe7AohSAFirVMxrUI3+Fcpw+87vpSpBl+7qte9RqSQtlZG0hhBCCCGEEEKUYkaDkZCrMdw6H/nwwo+JI1uus2Ppeaxr1abmjv9QOztbOqQCEbNxExgMfND0g2zLHA45jMFoAL8heas8KYqyTjaPGKEAcNCo+aNxDbp4uHDj+hwuXvzC0iFZRGLiVe7e3SRz02UgSTohhBBCCCGEKMXUGjUBGx7/XnQPOr8/mC3/O4XazYOa//2HtnJlS4f0yIwxMcT+8w+tyjXPtky8Lp5zEedQqrXOW+UJ4bg5WD9ihMJNq2Gtby1auDhwOXASV6/NsnRIFnX12o/Smy4DaQkhhBBCCCGEKKWMBoWgy9Hcvhhl6VAs4sbpCNbPPIZebUONTX9h28TX0iE9suiVq7C2tqNfnX7ZltkftB+DUzlQa3JfcVwIzraPz9BgSyhvbcWmprVp4GjLhXOjuX17iaVDsrikpOsEh6yX3nT3SJJOCCGEEEIIIUqpx3lF19y6ez2W1V8fITHRSJUly3Dq0sXSIT2SxEOHSA0K4pUG2Q9n9Q/2R6u2ggZ9cl2vKuEujlZ5W8xC3FfdzpotTWtT1VbLqZOvcTd0k6VDKjauX58jvenukVYQQgghhBBCiFLIaDBy51IUQZeiLR2KxcWEJrFq2mEiQxKp+N13lHntNUuHlH+KQvSKFVR2qEQ5+3JZFjkZdpJkfTI0yr63XSYJ4dhqJUmXHw0c7djctA4eVnD8aF+iovZZOqRiJSnpBuHh/0lvOiRJJ4QQQgghhBClklqjLvW96DJKitOxbsYxbl+MpuxHH1Hus08tHVK+xaxbBypVtgtI6I16joQcweDll/tKE8LRaCSFkFfNXRzY6FcLR1UqRw51JS7ulKVDKpZu3pqPWi3DqeU3TAghhBBCCCFKGaPByO2LUQRfjrF0KMWKLsXA5jknuRgQQplBg6j0v58tHVK+6EPDiN+zh/YV22Zb5kDwAVR2bmDrmrtKE8JQaaywt5Y0Qm51dHdmlW9NNIZ4Avzbk5R03dIhFVvR0YeJizuPohgsHYpFyW+XEEIIIYQQQpQyao2aE9tvWjqMYsloVPhv8XmO/H0dp3btqLZmDahL3kfn6JWrsLN1pEvVrOfY8w/yR61SQ9NXcldhQhgA1dwdCirEx1qvsq4s8qmOITWcAP+nSU0Ns3RIxd7Nm/NQqfKwmMljqOT9pRFCCCGEEEIIkW+KohAXmczNsxGWDqVYC9hwld1/XsS2fj1q/vsvakdHS4eUJ/F79qCPjGRYo2FZPh4YHUhUchTU7Z67ChPCAajhUbLawRJe8/Lgp/pVSUm6gb9/W/T6eEuHVCLcDd1CamoEiqJYOhSLkSSdEEIIIYQQQpQmCpzeeZtS/Dk4187svsPfc0+jKVuOmv/9h7ZCBUuHlHt6PdGrV1PbuSbO1s5ZFtl/Zz/6svVyV9+9nnSV3e0LKsLH0gdVyzGtTiXi487g798JozHV0iGVGIqi49atRYDR0qFYjCTphBBCCCGEEKIUMRoVzh0IsnQYJca1E+Gs//44Bmt7amz5G9uGDS0dUq5Fr1mLWqtlVJNRWT7uH+yPxtoB3Ko/vLLEtJ50FV3sCjLEx4YKmFTLi49rVCAiYi+Hj/SkNCeb8utO0J+lel46SdIJIYQQQgghRClhNBi5dCiElAS9pUMpUUKuxLDm6yMkpUCVP//EoX17S4eUK7obN0g4fITnqnbN8nH/YH9UKhU8MTQXlSWh6BIp52xTwFGWfFoV/Fi3CsMqeRASspETJ1+1dEgllk4XRXDwGozG0vk3SpJ0QgghhBBCCFFqKLiUtcPZ09bSgZQ4USGJrJp2mJiwZCrNno3rwJctHVKuRK9YgbOdK83LN8/02N3Eu9yKvQm1O+eussRIPJwkSZeRrVrFwobV6VPejVu3FnP23AeWDqnEu3VrEWq11tJhWIQk6YQQQgghhBCiFFCMRlKTEilf3ZmBE1sweHILGrb1snRYJUpiTCprvjlK8OUYyn36GWXHfmTpkB4qbvt2DPHx2Q553Re0H51b1dxVFh+Km71VAUZXsjlq1CxvXJP27s5cu/o9gZcnWzqkx0JC4mWiovxL5bBXSdIJIYQQQgghRGmgUrH3zyX88uZg9v6xCEWJo+1L3gz/oQ3PvtkQJ3fpXZcbqckGNv54gstH71LmtdfwmvW9pUPKkZKSQsz69fi41cdGnbkX3MGgg1hpbaHqUw+vLC4EJ5vS2cPpQe5WGjY0qU0zZ3sCL37B9Rs/WTqkx0pw8FpKY8qq9F2xEEIIIYQQQpRCBr2OC/t3kxQXy5FNa/nt3TdYNflTrh0PoHojdwZNbsGgSS2o36aipUMt9owGhe0LznFi+02cn32WqiuWg7r4fryOXrUajZU1wxsPz/TY4ZDDGBUj+A15aD2qhDAcpCMdXjZW/OVXhzoO1pw7+w53gv6wdEiPndCwbSiKztJhFDlJgQshhBBCCCHEY85g0HPp4D5SkxLv71QUbp45yc0zJ7F3caXhMx1p3Pk52g2sS+sXa3LjTBT7VwcSH5ViucBz4H/tLw5d32y2z82+HIObT8iy/Lngg/x7YYnZPo1ay8i2s03bx25u5+jNfwBoWqULflU6mh4LibnGzkt/0r/px6jVGlDgwNorxEen0LpvI2r8s42r3V+ApKQCusKCk3LxIknnztGnZi9mH59t9li8Lp5zEedoUK01qodVlBiOteahpR5rtextWONbizJaFadOvEJ09EFLh/RYMhjiCQv7B0/PZ0vV/HSl50qFEEIIIYQQopTSaLSc3vFPto8nxkRzaMNqDm1cQ1UfXxp36kbNZs2p0cSD2LBkjv1zg/P7g4sw4twp41CBXo3fM22rVZocy1trbM2SeCrV/YRTePxt/K9tonujEaDAxtM/U6VMPTwcvTAaDey49AcdvAemJegyOLXjNokxqXR8vT61duzgeo8e6ENDC+YCC1D0ihWUnzCB+mXqcy7ynNlj++/sp67P62hValCM2VeSEIZaU3rTCI0c7VjpWxN7tYHjR/sSF3/W0iE91oJD1lGu3POWDqNIFd/+uEIIIYQQQgghHpmiKMSE3uX2+TO5KcyNU8fZOHMKv779CgdWLkOjTaT94HoMn9WGzkMb4OBqXfhB55JapcHBxsX0z87aMecDVCqz8vbWzqaHIhPv4u7oRWW3ulQuUxcPBy+iEkMAOHprO16utSnnXC3Lai8fDWXjDydQ7Bypvm0bNnXrFtQlFpjYvzajpKbynt97mR47GHwQrdoKGvbJuZKEMFRqDWXsi89roKi0cnVkvV8t7FUpHA7oIgm6IhAZuRedLsrSYRSp0psCF0IIIYQQQohSQDEaObdnR56PS4iOImDdSg6tX03VRvd61zV9kpp+HsSEJXN06w0u+ocUQsS5F50Yyvz949CotVRwqUGrGj1xsi2TbXmdIYWFBz5FQcHTqTKtavTA3SFtDj4Ph4pEJ4YSlxyJgkJ00l3cHSoSnRTG+eCDDGj2SY6xBF2KZs03R+nxni9VV67izoi3Sdi3r0Cv91EYExKI3bKFJ5/rhho1Ru73mDsZdpIUfQo2jfrB6VXZV5IQDkDNsg5EXk8t7JCLjS4ezsxrUA2jPoaAgC6k6iIsHVKpoCgGgkPWU8lrcKkZ8io96YQQQgghhBDiMabWaLh8xD/fxyuKkesnj7FhxlfMG/EaB1f/iZVNCh1frc+wWa3p+Fp97J2LvmdVeedqdKo3hB6NR9GuzsvEJEWw+thMUvXJWZZ3sy9Hx7qDed7nLTrXexVFUVh19FviktN66pRxqECrGj1Yd+IH1p/4kVY1elLGoQI7L/7OUzV7cSPyHMsOTeKPw1O4Ex2Y5TkigxJYNf0IsZEpVPplLq79+hba9edH9KrVaK1tGFh/oNl+vVHP4buHMXg1zbmChDAAqnk4FFaIxU6/8m4saFgdfepdDh5oKwm6IhYSsr7UJOhAetIJIYQQQgghxGMtPiqS0GtXCqiuCPzXLidg3Uqq+frRuFM36jzRjNrNPIkOTebIlusEHr5bIOd6mGruDU0/ezimJe0WHvyUwNCjNKj4VKbyFVxqUMGlRobtmiw7NJEzQXtpWeMFAHy8nsbH62lTmfPBB7HS2FLBpQZLAiYwoOk44lKi2Hp2Pq+0nJw2RPQB8VEprPnmKN1GNKL8hIloK3oRPmtWAV55/iUdO0bqzf+zd9/hUZX5+8ffM5PeJiEJvQdIgASSiCIQRLqAqIjYxbWsu4ody67ruquuZV1xdV2+v202bKiI7Cr2XgABASW00AOEkkmvk8yc8/sjEIgQIGGSk0zu13V5mZl5zjn3PJwMyYenZHNl0hW8vP7lOq8tzVnK8M7DISQaKguPfYKDRbpuMaFNG7SF+GXXeB7u24XSsq18//1kwGN1pDanpCST8vIdhIb2qLOGpL9SkU5ERERERMRPeT0espb5fsqlaRpsX72S7atXEhkbR/LoCQweP4kJ1w3k7Mv7su3HPJa8vYWKkmqfX7s+wYFhRId1oLAi96TaO+wO4iO6UVRP+4qqUr7fsZjpabPZV7ydmND2RIfV/Oc1vRSWHyAuossxj3WXe/jf02sYf+0Aev/qBoK6dCbn7nsa/d58qWD+fDrddRddI7qyu3R37fNLc5Zit9khfSYs+duxDy6vGUXWyen/Rbp7enXkzp4dKSxaxQ8/NHxEpGHA4vfsLF9uo7gYnE44c5jBpEkm9dWasrJsPP3Xozc/eexxD05nzdfLl9tYtMiOuxKGDTe56KLD05bz8uDZvzm49zdeQv3ojyhn7wISet8BHH9jGH+gIp2IiIiIiIifcgQEsGXF0ia9Rkmei6ULXmPZwvn0ThvC4AmTSRx6Gv1Ob0/BvgpWvr+DLT80/W6nVZ5KiipySep4xkm1N0yDvLI99GiXfMzXv97yFmndxhIZEsOBkp14TW/ta6bpxTzeLqiA12Pw0b8zyZjRl0FTpxLYqRM7r7zq5N9QEyla9F/az57NnafdyZ1f3Vn7/ObCzRS6C4nuP7X+Ip3hxawson1UcDOlbX424NG+Xbimazy5ri/46afrG3Wejz+y8fXXNmZebdC5s8nOnTZenmcnNMRg9BjzuMf+4Y8eQkIOP46MrPl/aSm8+oqdq2YaxMWZ/N9cB4mJNlJSas43/3U7519g+FWBDmD//vfok3CX1TGahYp0IiIiIiIifspdXs7uDc2zC6VpGGz9YTlbf1hOZFw8KWMmMnjcOUz8ZTJnX1nFttUulizcQmWpb6YMfrPlbXrFphAVEktZVSHLtr+HzWanX/vTAfh4/YuEB0czIuECAL7fvpiOzl5Eh8bj9lSwKvsTiivzjzk1Njt/A4XlB5jQ/2oA2kf2oKB8PzvyMil1F2Cz2YkJ63DiPjHhmzc3U1rgZvj0IfT+8AO2XTANKo+9bl5z8ObnU/LZZ5w1KuOo177b8x0Tu4w6fqGgzEVseFyT5bNSgA3+3r8H57WPZu/et1m/ofGjH7dtszFosFlbQIuNNVm5wmTHThtw/CJdZCSEhR39vMsFoaEwZEjN8f0STfbthZQUWLHChsMBaWnHP3drVFm5i/LyHYSF9bQ6SpNTkU5ERERERMQPeT0etqxYimkcf8RXUyhx5bLkzVdY9vbr9E4/g8ETJpM0LJXEoR3I31fB8ne3sX2N65SuUeou4KP1z1NRXUZoUASdnQlcfNo9hAXVDDsqcefXWcPK7Snn842vUlZVTEhgGO0jujMj/W5iwzvVOa/HW8WXWfOZNPB6bLaavRYjQ2IY1fdiPt34Mg5bAOOTribAcfKbZaz+JJuyIjdjrx5An88+Y9t552HkWbcBQeGbb9F9wgTOSziP/239X+3zy/YuY3KvyRDTCwq2H/vg0gM4Izsd+7VWLNRu47nkXpzdLpJd2f9hy9bHT+l8vXubfPutnf37oUMH2L0btm61Mf2iE38/PvqIA48HOnc2mXKuQUJCzfPt46GqCnbtgnbtYOcOG8OHm5SXwXvv2rntdu/xT9yK5bo+pVvXX/j9JhL+/e5ERERERETaqJqpro3f1dUXDK+XLSuWsmXFUqLiO5AyZgKDx01i8q8H4S6vYssPuSx5ZytV5Q0fXTdp4PGnIU5Pu7PO47P6zuCsvideWyzAEcTMMx886vnkzhkkdz569NnJylq+n/KSKibfOIiEjz9m58UzqNq6rdHnOxVlS5ZQfeAA1yVfV6dItzRnaU1h8/Tr4OP7j3msrXQ/kXH25oraLKICHLw6qDfpUWFs2/oEO7P/dcrnnDDRpLLS5KEHHdhsNaMqp55ncMYZ9Y90c0aZXHa5lx7dTao9sOQ7O399ysE993rp3h3CwmHm1QYvveiguhqGnmkyYIDJyy/bGTXKIC8P/vH/HHi9MOVcg/R0/xlVl5f3FT26N27qcWuiIp2IiIiIiIgf8lZXs+OnVVbHqFWcu5/v3niZpQteI+G0oQyeMJmBI1PpP7wjeTnlfP+/bexca93osuawe0MBC//yA+fdmkrPdxax+4YbKF9mQSHVMCh880163fhr2oW0I78yH4D95fvZVbyLbn3H11ukoyyXUD+qJMQFBrAgNYE+YcFs2vhb9u59yyfnXfWDjeUrbFxzjUGnzia7d9tY8JadaKfBmcOOXTzr0BE6dDz8WkKCQa7Lweef2fnFNTUj8FJTTVJTD4+Yy8qCPXtsXHKJwR8ecHDNtV6cUfDnPzvo28dLZJRP3o7lCgtX4vVW4HD42YJ7P+Nf5W8RERERERHB8HrZ/uMqPG631VGOYni9bF6+hAV/up//3Ho9K99dSEQMnDtrMNfPyeCsyxIJ8qcq0M+4dpXy1uMrKS2sptt//kPU+edbkqNw4Ttgs3N7+u11nv8251uqY3rWf2BZLoEO/ygldAsJ4v3T+pIQFsS6zBt9VqADWPiOnYkTDIacbtKlCwwdajJmjMFHHzWs73r2MMnNPfZ2sNXV8MZ8B5df7uXAAfB6oV+/mmJf+w6wfUc928i2QqZZRX7+t5imb9a0bKn84ztLREREREREatnsdrYsX2J1jBMq2r+Pb15/iX/ccBXv/vVxDuzYRMqoLlz7l+HMuG8I3Qe2szpikyjJq+StP68kd1cpnR57jNibbmr2DJ6cHMqWLmVCt3F1nl+Ws4zAgBDocfSGGgCUubA5ArC38mpCYlgI75/Wl45Bdn5cfTku16c+PX91Fdh+ViOz2WumvTbE7t0Q5Tz2QR9+YGfAAJPu3WvOe+Tyk4a37mN/4HJ9DjisjtGkWvm3lYiIiIiIiBzFNNm2aoXVKU6a4fWQtexb3nzotzx32w2sev+/RLWzM/WWVK6bM4KRl/QjIMS/fn11l3lY9NRqdma6iL/lZjo+8kizZyh8803CQyIZ1XVU7XPL9y3HMA1In3nsg8pysdnsdHG23mmHaVFhvHtaX5x2L6tWnkdR0UqfXyMlxeTDD+2sXWsjLw/WrLHx+Wd2BqceLrgtWmTnxRcP39eff2bjxx9tHDgAOXvgrTftbNpkY9Soo4t0e/fCDz/YOHdqTSWuQ4eaouB339lYu9bGvn3Qs6f/rEkHNevS2X5e+fQz/juGWEREREREpI3Kzd5ORUmx1TEapXBfDl+/+gLfvfEyfc8YzuAJUxg0eiADR3bEtbucZf/dyu4NBVbH9AlPtcEH/8jkrEv7kTz9QoI6dyL7mmub7foln3+Bt6iIGwffyFe7vwKgtLqU9XnrGdhjBMcsh5TlApDQPoJdBRXNltVXRsZEMC+lN3ajnOXLJ+F25zTJdS6+xODd/9l5Y76dkhJwOiEjw2TylMPD24qLoCD/cC97vLDwbTuFhRAUBJ27mNx6m0FiYt1im2nCa686mH6RQXBwzXNBQTWbSrwx347HA5dcYhAd3SRvzTLuqv2UlmYRHt7Xb4t1KtKJiIiIiIj4Ea/Hw671mVbHOGVej4eNS75m45Kvade5KyljJ5IyZgLn35ZGZambTd/vZ9l/t+Gpat1z+kzD5KvXNlFa4ObM84fR69132T59OlRVNf3Fq6spXLiQ/lddSWhAKBWemqLbd3u+IynlWgJsdjB/1r8Hi3Q9YsOaPp+PTYl38o8BPfFWF7Ds+/F4PIVNdq2QEJhxscGMi+tvM/Pqun07YYLJhAneelofZrPB7LuObpeSYpKScuLjWzOX61PCwnpjs/lnOcu/xguLiIiIiIi0cY6AAHI2bbA6hk/l5+zmq5ef4//dcCWLn32SvD1bGTy2O9c/lcH0e0+jS79oqyOesh8+2MFnL20gKCGBPp99ir2ZhkEVLngbe0Ags1Jn1T63bO8yAuyBkDz96APKXAB0iW5d010v69SOfw/sSbU7h6VLRzVpgU6aTl7+19jt/lmgAxXpRERERERE/I6/FekO8VZXs/HbL5n/wD28cOeNrPl4MTEdA7ngznSu/csIhk9PICCg9f6au3HpXhbP/RFbdDsSPv2UwO7dm/yaVVu3UvHjj5zfa2rtc2ty1+D2uGHQMYaBVRZiGh46tqI16W7qFs9fk7pTVrqZpUtHYxjlVkeSRiou/hHDqLY6RpNpvZ9eIiIiIiIicpSS/DxKC/KsjtHk8vfs4suX/s0/fnklH8x9isJ9O0gb34Prn87gwrvT6dTHaXXERslel887T67CYwui17vvEpqe1uTXLHjjDZyhMaTGpwLgMTys2L8Cb5fTjn1ARQHtI4ObPJcv3Ne7Ew/06UJBwQqWr5gE+Pd0UH9nGFWUlKzHbOg2ua2EinQiIiIiIiJ+wvB62b1+rdUxmpWnuor1X3/Oa/fP5qW7ZvHTpx8Q2zmYabPTueYvIxh2QesbXXdgZwkLHl9JWamXbvNeJnLy5Ca9XvGHH2FWVnJr+q21zy3NWYotNAZCjlHsLMslJiywSTOdKjvwZGJXbu3RgQO5H7Nq9aVWRxIfKSxcjml6rI7RJFrXJ5WIiIiIiIjUy2a3sWfTeqtjWMa1ayefv/BP/t8NV/LRP56h+EA26efUjK6bdlc6HXu3ntF1RbkVLHh8Jfk55XT+y19od/11TXYts7ycov/9j/TYwQQcXO9r2d5l2G12SJt59AElB4gKablFuiCbjX8O7MnlnWLZs+cN1q690epI4kNFRauw21vu/XcqVKQTERERERHxEzab3W/Xo2sIT5WbdV9+yqv33cG8e25h7ecfEd81hAvvTueaJ4Yz9Pze2FvB6LqKkmrembOK3RsLaH/nbDr84YEmu1bhWwtwBAZx7cBrAcgqyKLQXQgDzjuqra1sPxFBtibLcirCHHZeGdSbyfFOdu78PzZuus/qSHLKbISH96VTpxkkJT5Cnz73Wh2oyfjvlhgiIiIiIiJtTHVlJa7snVbHaFFyd27ns+f+H1+/8gJJI85i8PjJDJnUh7RxXdm3vYQlC7dwYEeJ1THrVe32snjuT5x9RSL9L7uMwM6d2f2rX/v8OpWZmbg3b+GSxIv519p/AfDdnu+Y2OWsowsHZbmEtMBqQnSAg9cH9yYlMpStmx9h1+4XrI4kjRAYGENU1GCcUWk4nelEOVMJcIRhmiYej5vCwhIcDjfBwa1jXcSGaIHfViIiIiIiItJQpmGQs3kjpmlYHaVFqnZXsvbzj1n7+ce075XAoLHnMOCsMVx07xDKi92s+yaHH97fgdECu88wTD5/eSOlhW5OnzKKnu+8w44ZM8Dj23W5Ct6YT4f77iPBmcDWoq0s27uMyb0mQ0wvKNh+uGGZiwCHw6fXPlUdggJYkNqHXqFBbFx/N/v3L7I6kpwEmy2QiIgknFGpRDlTiY4+ndCQLgAYRjVlZZXs2J7Dli1byMzMpLS0FICLLrqIAQMGYLe3/BGxDaEinYiIiIiIiB8wTZM9G9dZHaNVOLB9K5/+Zy5fvfI8SSPOInXiuZxxbm/SJ3Zn39ZilizcQm52qdUxj7L83e2UFboZdVkiCZ9+wvZzp2KU+i5n0bvv0eHee7njtDu4+fObazaPsNng9Ovg4/sPNyzLxeYIJKSFTBnuERLEwrQ+tA9ysPanX5Kf/6XVkaQewcGdDhfknEOIjByA3R6EaRpUVbnJzy/kp+zvWbduHdnZ2fWeJycnhwEDBjRj8uahIp2IiIiIiIgfsDscWo+ugaorK1j72Ues/ewjOvTuw6Bxk+g/8mxm/PZ0yovcZH6dw6oPW9bounXf5FBeXMXEXyaT8PnnbJ82Dc+ePT45t1FURPFHHzF8wjgA9pfvZ1fxLrr1HX9UkQ6gZ3y4T657KvqHh7AgtQ+RDpM1P1xMcckaqyPJQXZ7CFGRyUQ503BGpREdfRpBQXEAeL1uSkoq2LRpK1lZWaxfvx63233S596zZ4/fjaIDFelERERERET8xr5tm62O0Grt37aFT/71LF+9/B/6Z5xN6sRzGXpeb06b1J2cLcUsWbCZvD1lVscEYPuPLt6Zs4qpt6TSe/Fisq+6isq1a31y7sK3FuA891wuSbyENza9wbc533JRn2nU2UvzYJGud5y1RbohUWG8PjiBYKr4YcUFlJdvsTRPWxca2hOnMw1nVCrO6CFEhPfFZnNgml4qKyvZvz+f7du/JjMzkwMHDpzStfbv3++j1C2LinQiIiIiIiJ+oLK0BHdZyygitWZVFRX8+MkH/PjJB3Ts04/B4yaRlDGKS353OmVFbtZ+lcOqj3eCxaPr9m8vZsGfV3L+7al0f+11cu68ndJPPj3l85YvX05VTg4zB1zFG5veYFnOMi5Lugy6D4fsJTWNylwAdG8XdsrXa6zR7SJ5MaUXeMv4/vuJVFX5Z9GmpQoIiDq4uUMqTmc6TmcaAQGRAFRXV1JcXMZPWzPZuHEjWVlZeL1en16/srKSsrIywsOtH83pSyrSiYiIiIiI+IH8vb6Z8iiH7duSxb4tWXw57z/0Hzma1IlTGHZBAqdP7s6ezcV8t2AzBXvLLctXuL+ctx5byXm3pdLl6Wc48OfHKZj38qmd1DQpfOMNut16Kx3COrBi3woM08CePvOoIl3n6NBTfAeNc377aOYO6IGnysX330/A4ym2JEdbYbM5CA/vd8RacqcTFtYDAMPwUF5eQXZ2Ltu2fc/atWspKipqllwHDhygZ8+eNesm+gkV6URERERERFo5r8dD/u5dVsfwW+7yMtZ89B5rPnqPzv2SGDRuEknDz+Ky359BaaGbtV/sYfVn2ZaMrisvruLtv/zA5F+n0OU3vyWwSxcOPPb4KZ2z6J13iL/tNu447Q5+881vWJ+3noE9M6gthVSXY1ZX0DEq5JTzN9TMzrE83q8rlRW7+H75ORjGya9jJicnKCieqKhUnM5Uop2nERmZgsMRgmkaVFe7KSgoZt26Faxfv57t27ef+IRN5MCBA3Tv3h1HC9tp+FSoSCciIiIiItLK2Ww28nN2Wx2jTcjJ2khO1ka+eOlfDBg5htSJUxg+vQ9nTO3B7k1FLHl7CwX7mnd0XXWll3ef/ZExM/uTePXVBHbuwp5bbmn0+TwHcin96mvGDD8bgO/2fEdSyrUE2OxgHqxElucTG9G8011v7dGe+3p3pqRkPctXnI/lc479gN0eRETEQJzO1IObOwwhOLgDAF5vFaWlFWzZspMtW7aQmZlJRUWFxYkPy83N9bvNI1SkExERERERaeXsDgcFe3OsjtGmuMvKWP3hu6z+8F26JA5g0PhJJA7L4LIHzqCkwM1Pn+/ix8+ar3BqeE0+fXE9pQVuTjtnHIFvvcmOSy6lsVvTFr75Jt1Gn805Pc5h2d5l/Grwr2DghZC5oKZBWS4xYX189wZO4I8Jnfl19/bk5y9h9Zqrmu26/iYkpNvBglwqTucQIiKSsNsDME0vbrcbl6uAnTuXkJmZSU5Oy/5Myc3N9auprqAinYiIiIiIiF8o0Jp0ltmzaT17Nq3nixf/xYCzakbXZczox9Dze7F7QyHfvb2FogPNMALJhGWLtlJW6GbkJckkfPwJ28+bilHe8JF9pV9/jScvj18O+iWXLr4Ut8dN8KBLDhfpSvYR2SkJr+nj9/AzDhvMSezGpZ1i2b9/MZnrbm3aC/oRhyOcqKhBB6euphPtTCcwMBoAj8dNcXEZ69dvZNOmTWzYsAGPx2Nt4AbKzc21OoLPqUgnIiIiIiLSypmmSeH+vVbHaPMqS0tY9f5/WfX+f+naP5nB4yfRd+gIeqQMpTS/kjWf7mbtl00/um7tl7spL3Yz/tqBJHz+OdvPPx/P/gbufur1UrhgAX2uu47QgFBW7l/JmV1P49DqX7ayXMIDobjK5/FrBdtt/HNATybERbFr98tkZf2x6S7W6tkID+9zsCCXRrRzCGFhvbDZ7BiGh8pKNzk5LrZtW01mZiZ5eXlWBz5l5eXlVFRUEBpqzQYmTUFFOhERERERkVauND8Pb3W11THkCLs3ZLJ7Qyahkf9k4KixDJ4whbMu7cewab3YtaGQ7xZspthV2WTX37oql/LiNZw7axC9P/yQnZdfhnvDxgado/DthcT96lfcknYLS3KWMKzzMAhxQmURlOUSHGCDqqYZShfusPNySi+GRkewY/vf2L7jb01yndYqMLAdUVGDcTrTcEalE+UcTIAjDNM08XgqKSwsZdOmNWzYsIEtW7Zgmk085NEieXl5dO3a1eoYPqMinYiIiIiISCtmmib5e7Sza0tVUVLMyvfeYeV779Bt4KCa0XVnDKfnoDMpyatkzSfZZH7dNGt/7d1SyNtP/MB5t6fS48232HPzzZR99dVJH1+dnU3ZihVMSZ7ELz65FrvNDmlXwdK/Q1kudocD8P0UyXaBDt4YnED/8BC2ZD3I7j0v+/warYnNFkhERBLOqFSinKlER59OaEgXAAyjmrKySnZsz6nd3KG0tNTixM2nsLCQzp07+80GEirSiYiIiIiItGKG16OdXVuJXet+Yte6nwiNcpJ89jgGT5jMqMuTGD49gex1BXz39hZK8nw7ui5/bxlvPbaS825Lpev//R/7H3qIwjfeOOnjC994gy6nP0lsaCyF7kKiB5xfW6Sz2QMIcHh9WqfrHBzIgtQEuoUEsWH9HRw48J7vTt5KBAd3OlyQcw4hMnIAdnsQpmlQVeUmP7+QH3cuY/369WRnZ1sd11JFRUUYhqEinYiIiIiIiFjPbndo04hWpqK4iBX/e5sV7y6ke/IgBo+fTJ8hZ9IrNY5iVyWrPtrJhu98t8ZgWaGbt5/4gck3pdDpD38gsEsXcp966qSOLfn4E7ylpcwaPIsle5YwocvImkJCmQuA4AA7uH2Ts3doMG+nJRAXaGftj7+goOA735y4BbPbQ4mKSiYqKu3gWnKnERQUC4DX66akpIKNG7eQlZXF+vXrqapqwkUAW6Hi4mK/KdBBI4t0Y8eOZcGCBcTExNR5vri4mGnTpvHZZ5+d1HlWrFjBc889R2ZmJrm5ucydO5dx48bVvv6b3/yGd955p84xGRkZPPfcc7WPCwsLefjhh/niiy+w2+1MmDCB3/3ud4SHh9e22bhxIw899BBr166lXbt2XHnllfzyl7+sc94PPviAZ555hj179tCzZ0/uuusuRo0addJ9IiIiIiIiYgWb3U7BPm0a0SqZJtlrfyR77Y+EOaNJHj2e1PGTGXNVf0Ze3Icda/P5bsFmygpPvTBTVeHhf8+sYfw1A0j45fUEdulCzuzZJ45YVUXRokUkX3IJ/936Xyb1mgQxvaCsZmfNoADfFEhSIkJ5MzWBcLvB6h+mU1KS6ZPztiw2wsJ61hTkogYTHX064eF9sNkcmKaXyspK9u/PZ/v2dWRmZnLgwAGrA7d4KtIBe/bswTCMo56vqqpifwN2jCkvLycxMZHp06dz8803H7PNyJEjeeyxx2ofBwUF1Xn9rrvuIjc3lxdeeIHq6mruu+8+HnjgAebMmQNAaWkp1113HcOGDePBBx8kKyuL++67j6ioKC655BIAVq1axezZs7nzzjsZPXo07777LrNmzWLhwoX069fvpN+PiIiIiIiIFSqKi6yOIKeovKiQ5YveYvl/F9BjUBqDx00iYchQEtLiKHJVsurDbDYuPbVirOEx+eg/6xhxkZvUKZMJ7NyJnZddfsLjCt9aQLsrr6R/bH9sNhsMubZmyisQ6Dj1AsmZznBeHdybQNPNyuVTqajYccrnbAkCAqJqNneISsXpTMfpTCMgIBKA6upKiovL2Lo1k40bN7Jp06Zj1lnk+IqLi62O4FMNKtIdOULum2++ITIysvaxYRgsXbqULl26nPT5Ro0adcLRakFBQcTHxx/zta1bt/LNN9+wYMECUlJSALj//vu54YYbuOeee+jQoQP/+9//qK6u5tFHHyUoKIi+ffuyYcMGXnjhhdoi3bx58xg5ciTXX389ALfffjtLlizhlVde4aGHHjrp9yMiIiIiImKFytISqyOIr5gmO39cxc4fVxEe0652dN3Yq/sz8pI+7Pgpj+/e3kJ5USNH15nw3VtbKCtwM+KiNHp//BHbzjsfKutfC8+9aRMV69czpsfZ7CrZRbe+E+CzBwGw22yNy3HQ+Ngonkvuiekp4fvlE6mqyj2l81nFZnMQHt7v4FpyaUQ7hxAW1gMAw/BQXl5BdnYuW7cuIzMzk6IiFdZ9oU0X6WbNmgWAzWbjN7/5Td0TBQTQpUuXo54/VcuXL2fYsGFERUVx5plncvvtt9dOs129ejVRUVG1BTqA4cOHY7fb+emnnxg/fjxr1qxhyJAhdUbgZWRk8O9//5uioiKcTidr1qzhF7/4RZ3rZmRk8Omnn/r0vYiIiIiIiDSFyja0m2NbUlaQz/cL32D5O2/Rc3A6gydMou+Q0+lzWjyFuZX88P4Ospaf/Gy2I635dBdlhVWMu6Y/fT7/nO3nn4c311Vv+8I33qDjH//Ihpzv6NhhCIGGB7OyGFtIVGPfHhd2iOHZ/t2pch/g++/H4/WWNfpczS0oKB5nVNrBzR3SiYxMweEIwTQNqqvdFBQUs27dCtavX8/27dutjuu3SktL2+7GERs3bgRgzJgxLFiwgHbt2jVJqENGjhzJ+PHj6dq1K7t27eKpp57il7/8JW+88QYOhwOXy3VUhoCAAJxOJ7m5NdV3l8tF165d67SJi4urfc3pdOJyuWqfOyQ2NhaXq/4PqPp4vd4GH+NLh65vdQ6rqR8OU18cpr44zF/6oiXl93q9LSpPQ+meaBq6L/xHS+gL/TlIfUzDwF1RbnUMaUKmabB9zUq2r1lJRLtYUsZMYNC4SYy/diCjLu/LtjV5LHl7CxUl1Q067+aV+ykvqWLKTYPo/dHH7Lz4Yqq2bDlm2+L3FtPhvvvoE92HwIAQ6D4cyvOgkUW667rE8Ui/rpSVbWf5iskYRsvdEMFuDyIiYiBOZyrOqDSio4cQHNwBAK+3itLSCrZs2cmWLVvIzMykoqLC4sRth2malJeXExERYXUUn2jUmnSff/65r3Mc05QpU2q/TkxMJDExkXHjxtWOrmuJ1q5da3UEoOXksJr64TD1xWHqi8Nae19kZWVZHaFWVlaWX/wLnu4J39J94X/UF9ISuSsqwDStjiHNpDQ/j6ULXmfZwjfolTqEwRMmk3hGOv1Ob0/h/kpWvL+dLStPfsOBPZsKePuJHzjvtlR6LlzI7l/9ivKlS49qZ5SVUbz4feKnTsEwDezpM6F0P7Tr1eD3MLtnB+7u1Ymi4p9YuXJag49vaiEh3WoLcs7oIUSEJ2K3B2CaXtxuNy5XATt2fMe6devIycmxOm6bV1FR0baLdABLly5l6dKl5OXlHbW44ZEbPfhSt27diImJYefOnQwbNoy4uDjy8/PrtPF4PBQVFdWuYxcXF3fUiLhDjw+NnjtWm7y8vKNG152MlJQUHA5Hg4/zFa/Xy9q1ay3PYTX1w2Hqi8PUF4f5S1+0pMV1+/XrR2pqqtUxGk33RNPQfeE/WkJfHMog8nPuMk11bYtMw2DbquVsW7WcyNh4UsaMZ9D4yUy8Ppmzr6hi22oXSxZuobLUc8Jz5e0pZcHjKznvtlS6/fvf7P39/RS/s+iodoVvvUX0hTVFNbNnBracVQ0qENuAh/t24fqu8bjyvuLHH6896WObisMRQVTUoCPWkksnMDAaAI/HTXFxGevX12zssGHDBjyeE/enNK/K46yn2No0qkj397//nblz55KcnEx8fHzN7i7NYN++fRQWFtYW4NLS0iguLiYzM5Pk5GQAli1bhmEYDBo0CIDU1FSefvppqqurCQwMBGDJkiX06tULp9NZ22bZsmV11qVbsmRJo36odjgcLeKH2JaSw2rqh8PUF4epLw5r7X3RkrK39r48pLW/j5aWvbX35yH+8j58QX0hLVFFiX8tnC4NV5KXy5K3XmPp2/PpnX46g8dPJmlYOolDO1Cwr4Ll721j2+rjL+dUkl/Jgj+v5NybB9PpkUcJ6toV17N/r9OmYvVqqnbuJLBbN7yRHQkozwNOrkgXYINnkrpzYYcY9u5dxPoNsxv7dk+BnfDwPjU7rtZu7tALm82OYXiorKwkJyePbdtWk5mZSV5engUZpaEqKiowTbPZalNNqVFFuvnz5/PYY49xwQUXnNLFy8rKyM7Orn28e/duNmzYgNPpxOl08ve//52JEycSFxfHrl27+Mtf/kKPHj0YOXIkAAkJCYwcOZLf//73PPjgg1RXV/Pwww8zZcoUOnSomR8+depU5s6dy+9+9zt++ctfsnnzZubNm8dvf/vb2uvOnDmTq666iueff55Ro0bx/vvvk5mZqZ1dRURERESkRTNNk4pi7RIpNUzDYOvK79m68nui4tvXrl036VeDcJdXsXWVi6ULt1BZfuzRYO5yD4v+upoJ1w2k1003Edi5C3uP+N0ZoGD+fNrffTcBjkCI7XtSuULsNv4zsCdjYqPYtetFNm/50ym/15MRGNiutiDndKbjjBqMwxGGaZp4PG4KC0vYtGkNGzZsYMuWLZiaNt4qud3utl2kq66uJj09/ZQvnpmZycyZM2sfH5omO23aNP74xz+SlZXFokWLKCkpoX379owYMYLbbrutzk6tTz75JA8//DBXX301drudCRMmcP/999e+HhkZyXPPPcdDDz3EhRdeSExMDDfddBOXXHJJbZv09HSefPJJnn76aZ566il69uzJ3Llz6dev3ym/RxERERERkaZiGgYVpSVWx5AWqDj3AN+98QpLF7xO79POIHX8ZAZkpJE0rAP5e8v5/t3t7Pjx6NF13mqDD/+5lpGX9iNl2gUEdu5E9tW/qH296L//o/3s2WC3Q4dkaiax1i/SYeeVQb0Z4gxn27an2Lnz/3z8TmvYbIFERCTVFOSiUnFGDyE0pAsAhlFNWVkF27btYevWraxdu5aystazk6wcX2Vlpd8UWBtVpLvooot49913mTVr1ildfOjQoWzatKne15977rkTniM6Opo5c+Yct01SUhKvvfbacdtMmjSJSZMmnfB6IiIiIiIiLYVpGlSqSCfHYXi9bFm+lC3Ll+Js34GUsecwaOxEptw4iMryKraszGXpoq1UHTG6zjTh69ezKM13M2zaUHq9v5jtF0yDqiq8+fmUfPY5kWPHYIRE4TjO6KW4wADeTE2gX1gwWRvvJ2fvfJ+9r+DgTgfXkUsl2jmEyMiB2O2BmKZBVVUl+flF/LhzGevXr68zg0/8j9vttjqCzzSqSOd2u3nzzTdZunQpiYmJBATUPc1vfzYcVkRERERERJqCjcpSbRwhJ6fowH6+ff0llrz5Kn1OH8rgCVNIPmsQ/Yd3JD+nnO//t5WdmYc3Z1z10U7KityMmdmfPp9/xrap52EUFFD41ptETZwAprfea3UNDmRBWh+6BAewPvNmcl0fNTq33R5KVFQyUVFpB9eSO42goFigZnOH0tIKNm7cTFZWFuvXr6eqqqrR15LWp81vHLFp0yaSkpIAyMrKqvOaP8wBFhERERERaQ1sdrtG0kmDGV4PWcu+I2vZd0R36MSgceeQMmYC596cSmWZm80rclm2aBtVlR42LdtHRXEVk36dQsInn7BzxgzKliylev9+Ag+uBf9zfcOCWZDah3YBNn5acxWFhd83IJ2NsLCeNQW5qFSio4cQHt4Hm82BaXqprKxk3748duxYx9q1a8nNzfVNp0ir5Xa7sdvtVsfwiUYV6V5++WVf5xAREREREZEGstlseKo1akgar3D/Xr5+9QW+e+Nl+pwxnMHjJ5NydjIDMjqSt6ecZf/dRvb6fBY+uYrzbh1Mz0WL2HX9dRS+9RZxN96I7Wc7Xg+ODOXNwQmE2r38sHI6ZWUbjnv9gABnzeYOUYNrNndwphEQEAlAdXUlRUWlbN2aycaNG9m0aROGYTRZX0jr5PF4/GbAWKOKdCIiIiIiItIy+Msvp2Itr8fDpiVfs2nJ18R06sygseeQPGYC592aSmWpm6zlB1j019VM+vUgur3wIq4nnwSbrc6C/SOiI3hlUG/sZgUrvp9MZeXuOtew2RyEh/c7uJZcGtHO0wkL6w7UbO5QXl5JdnYuW7cuIzMzk6Ii7VwsJ+Yvm0ZAI4t0V1111XH/Ipg3b16jA4mIiIiIiMjJMlWkE58r2JvDV688z7dvvEzfM4aTOmEKg8YMYOBZnSjcX0m120v83XdjVFRgDw0F4Jw4J/8e2BOvp5Blyybg8eQTFBSPMyrt4OYOpxEZmYzDEYJpGlRXuykoKGbduhWsX7+e7du3W/yuRazXqCJd//796zz2eDxs2LCBzZs3c8EFF/gil4iIiIiIiJyICTabf6zFJC2Pt7qajd99xcbvvqJdl641o+tGjyc4LAjD8GIPC8NmszE4MpTRyT3xesvYves5khL/SHT0EIKDa9as83qrKC2tYPPmHWzZsoV169ZRUVFh8bsTf9HmR9Ldd999x3z+2Wefpby8/JQCiYiIiIiIyMkxAZtdI+mk6eXv2c2X8/7Dt6/Po++ZI0idMIXO/ZIwTZO4oEBM0yQwIIKE3nfgdrvJzc1n587vWLduHTk5OVbHFz/W5ot09TnvvPOYMWMG9957ry9PKyIiIiIiIsdkgkbSSTPyVFex4Zsv2PDNF5xz0x0MOGsMHo+ndmOHDRs24PF4rI4p0ir5tEi3evVqgoKCfHlKERERERERqY+pjSPEGkkjRjFg5BgwTCoqKliwYIHVkaSNavMj6W6++eY6j03TJDc3l8zMTG666SafBBMREREREZETs9k1kk6aV/tefZh0051U7y3Dk1dBeHIsdrsdwzCsjiZtUJsv0kVGRtZ5bLPZ6NWrF7feeisZGRk+CSYiIiIiIiInppF00pzCoqK59I+PY5Z7cL2YSfgZHQkbFE9ERATFxcVWx5M2yJ8+AxtVpHvsscd8nUNEREREREQazPSrX1ClZbPbA5j5xN9w2APJfX4NRkk11XvLAHA6nSrSiSWCgoIwTf/4LDylNekyMzPZunUrAH379mXAgAE+CSUiIiIiIiInZpqa7irN57KHnyDMGUPeS+uo3lcOQNXuUqCmSLdr1y4r40kb1eaLdHl5edxxxx0sX76cqKgoAIqLixk6dCh//etfadeunU9DioiIiIiIyLH5wy+m0vKdM+tOOvbpR+H/tlK5qaD2eaO4CsNr1NYGRJrboSKdP2jUP7k8/PDDlJWVsXjxYpYvX87y5ct57733KC0t5U9/+pOvM4qIiIiIiEg97A6H1RHEzw0570IGjBxN6dIcSpfkHPW64fXidDotSCaiIh3ffPMNf/jDH0hISKh9rk+fPvzhD3/g66+/9lk4EREREREROR6TkIjIEzcTaaReaUM469Jf4N5cSOG7W4/dqMpQkU4sExgY6DcjihtVpDMMg8DAwKOeDwgI0JbLIiIiIiIizcRmtxPmjLY6hvipmE5dOH/2/XjyKsl7dQPU8+u+WeYhJiamecOJHBQUFGR1BJ9pVJHuzDPP5JFHHmH//v21z+3fv5/HHnuMYcOG+SyciIiIiIiI1M9udxAereKI+F5QSAhXPPJXqDJxvZCJ6fbW29ZbXKU16cQyQUFB2P1kA51GbRzxwAMPcOONNzJ27Fg6duwIwL59++jbty9/+ctffBpQRERERORUZWdn43K5Gn281+slKysLwzBwNHL9r7i4OLp3797oDCL1CY/Wxn3ie1c98XeCgkPI/edPeAvcx23rya8kom8MgYGBVFdXN1NCkRrBwcF+M921UUW6Tp068c4777BkyRK2bdsGQEJCAsOHD/dpOBERERGRU5WdnU1iUn8qK8otzRESGsamjRtUqBOfC9MIJvGxGfc/QnSHjuS9toGqXSUnbO85UPP5GhUVRV5eXlPHE6nDn0ZxNqhIt3TpUh5++GHefPNNIiIiGDFiBCNGjACgpKSEKVOm8OCDDzJkyJAmCSsiIiL1O5WRQr4YJQQaKSQtk8vlorKinJTpswmP72ZJhrLcXax9ew4ul0vfI+JzweER2Gx2TFPrg8upG/2LG+ieMpiij3dQ8dPJ/VxRtbcMUJFOrBEREWF1BJ9pUJHupZde4uKLLz5mB0RGRnLJJZfwwgsvqEgnIiLSzDRSSOTEwuO7EdW5j9UxRHzOZrMREhlJRXGR1VGklUsZM5G0iVMpW72fks93nfRxVbtrRttph1dpbna7ndDQUKtj+EyDinSbNm3i7rvvrvf1ESNG8Pzzz59yKBEREWkYjRQSEWnbwpzRKtLJKemSNJBx18+ialcJBQs2N+zgKgOvx6sinTQ7fxpFBw0s0rlcLgIC6j8kICCA/Pz8Uw4lIiIijaORQiIibVNYlBNNMpTGimgXy0X3PYxRXEXeS+vAazb4HKbHUJFOml1kZKTVEXyqQUW6Dh06sHnzZnr06HHM1zdt2kR8fLxPgomIiIiIiMjJCXNGWx2hUfaWVvDjgQJc5ZWUe7xM6NmJntGHR8aUV3tYnuNid0k5bq9Bp4hQRnSNxxkcVO85DdNk9f58svJLKK/24AwOZGjnOLpFhde22ZxfzPK9eVQbBontohjW5fDvsSXuat7ftodp/boRdArrtLYW9oAAZv75WeymnQPP/4RR7mncidwq0knz87eRdPaGNB41ahTPPPMMbvfR2y9XVlby7LPPMnr0aJ+FExERERERkeMzDIOwqNZZHKk2DGJDgxjRtf1Rr5mmycfb91JcVc2E3p2ZntidiKAAFm/ZQ7W3/k0yVuzNY0NeESO6xjMjqQcD4px8vH0vrvJKACo9Xr7edYAzO8cxOaELmwtK2FlUWnv8t7sPcEanuDZRoAO46rFnCImIJO/lDXhyKxp9HqO0mpiYGB8mEzmxyMhITLPhIz9bqgaNpLvxxhv5+OOPmThxIldccQW9evUCYNu2bbz22mt4vV5+/etfN0lQEREREREROZppeAlrpSOYukeF0/2IEW5HKnJXc6C8kosSu9MuNBiAkV3b8/K67WwtLCEp9tjveXN+MWkd2tWed0BwNLtLyvkpt5AxPTpS7K4myGEnIaZmmlzniFAK3dX0ALYUlGC32egV7V+jc+oz9c77iOveg4K3N+PeWnhK5/IWuYlsH+WbYCInKTIyEsMwcPhJUb1BRbq4uDjmz5/PH//4R5566qnaaqXNZiMjI4MHHniAuLi4JgkqIiIiIiIiR7PZ7Djbd7Q6hs8ZB3/fDLDbap+z2Ww4bDb2lVbUW6TzmiaOI46pOYedfaU1o8ScwYF4DBNXeSURQYHklleS2C4Kt8fLyr15nNunSxO9o5Zl2EWX0/eMYZR8tZuyFftO+XyevApCB8QSGhpKRUXjR+SJNER0dLTVEXyqQUU6gC5duvDvf/+boqIidu7cCUCPHj0091xERERERMQCdoeD+O69rI7hc9EhQUQEBrB8bx4ju7YnwG5nbW4BZdUeyj3eeo/rGhnG2txCOkWEEhUUyJ7ScrYXlnJoQlxwgIOzu3fgi+z9eA2TvjFRdIsK56vs/QyMc1JS5eGj7XsxTJPTOrajd7R/LUwP0O/MDIZNv4zKDfkUfbjdJ+es3l8OQFRUlIp00mzi4+P9ZhQdNKJId4jT6WTQoEG+zCIiIiIiIiKNENOpMzabHdOsf6221sZuszG+Vye+zt7PS5nbsAFdIsPoFhl23OOGd43n6+wDvLmhZlBJVHAgibFRbMorrm3TKzqizpTWnNJy8ivcjOgaz/z1OxjTsyNhAQG8k7WLTuGhhAY2+lfnFie+e0+m3HI31fvKyH99I/hoOa+qPTXr+jmdTvbv3++bk4qcQGxsrNURfMp/PmlERERERETaKEdgIFHt21O0/9SnLbYk8WEhTE/qQZXXi9c0CQ0I4J2sbOLDQuo9JjQggIm9O+MxDNweg7BAB8v35hEVHHjM9l7D4LvduYzu3oEidzUG0DmiphAYHRzIgfJKejj9Y426kIhILnvoScwKL64X12FW+66o69lfhmmammUnzSY8PJzg4GCrY/hUg3Z3FRERERERkZYprmt3qyM0mSCHg9CAAIrcVbjK3fSsZ7OJIwXY7YQHBWAC2wtL6VHPMav2F9A1Moy4sBBM06yzU6RhmvjNxpF2O1c/8XcCAgJxvZCJUVzl2/Mb4PV4iYrS5hHSPPxtFB1oJJ2IiIiIiEirZ3i9xHbtztYfllsdpUGqvQZF7urax8VV1bjK3YQE2IkICmRbYQkhDgcRQYHkV7pZsjuXHs5wuh5RcPti5z7CAwM4o3PNJoYHyiopq/YQGxpMWbWHH/blYWIyuH3MUdcvqHSzrbCEC/vVFDijQ4IA2JhXRFhAAIXu6uOO2mtNLnvwCcLbtSNv3nqqc8qa5iLVhkbSSbOJi4vDNE1sNtuJG7cSKtKJiIiIiIi0cibQrhWOpMstr+S9rXtqHy/LcQHQLyaSs3t0pLzay9I9Lio8HsICAujbLor0Du3qnKO0ysORv6J7TIMVe/MoqaomwG6je1Q4o3t0JDig7uLypmny9a4DnNk5jkBHzSSzALuds7t34LvduXhNkxFd4wkPav2/Nk/41a107pdE4eJtVG7Ib7oLVRp+t9umtFyxsbEYhqGNI0RERERERKTlcDgctO/R+nZ47RwZxg2pfet9PTk+muT46OOeY2rfrnXPGRHGxf17nPDaNpuN8/t2O+r5Hs4Iv1mDDiB98vkkjx5P6fd7Kf1mz4kPOAXekiqiY6Kb9Boih8TGxvrVKDrQmnQiIiIiIiJ+IaZzF/CzX1jl1PQYlMrZV16He2sRhf/d2uTX8xRUEhER4XeFE2mZOnbsiN3uX2Ut/3o3IiIiIiIibVRAYBBRce2tjiEthLNDJ6bd/Qc8BW7yXlkPRtPvgOFxVWC324mI8J+RiNIyBQcH++XUahXpRERERERE/ERct9a3Lp34XkBQCFc9+jQ2D7iez8Ss9DbLdT37ywG0eYQ0uY4dO1odoUmoSCciIiIiIuIHDu3wKjLzib8RFBqK66X1ePMrm+267t0lgIp00vQ6d+6MYRhWx/A5FelERERERET8gklc955WhxCLXfjbB4np1Jn8t7Ko2lncrNc2CtwYhkFUVFSzXlfank6dOlkdoUmoSCciIiIiIuIH7I4AuvZPtjqGWOisK6+jV+ppFH+6k4o1uZZkMDxejaSTJte9e3e/2zQCVKQTERERERHxG1Fx8YTHtLM6hlhg4KhxDJlyAeU/5lL8abZ1QapMFemkSYWFhfnlphGgIp2IiIiIiIhf6ZLY3+oI0sw69klkwg23ULWnhPy3NlmaxSz3+G0BRVqGLl26WB2hyahIJyIiIiIi4ie8Hg+dEwdYHUOaUXh0Oy554DGMUg95L64Hj2lpHm9JlUbSSZPq2rUrXm/z7Fjc3FSkExEREREROQWvvfYaU6dOJT09nfT0dC655BK++uqr4x7zwQcfcM4555CSksLUqVNP2P5kOQIC6DYgxSfnkpbPHhDAzCf+hh0HruczMcqqrY6EJ6+SsLAwAgICrI4ifqp3795+uR4dqEgnIiIiIiJySjp27Mhdd93FwoULefvttznzzDOZNWsWmzdvPmb7VatWMXv2bC666CIWLVrE2LFjmTVrFllZWT7JE9+9J4EhoT45l7RsV/zpKUIjneS9sh7PgXKr4wDgya3JoR1epSkEBQXRpUsXbDab1VGahIp0IiIiIiIip2DMmDGMGjWKnj170qtXL+644w7CwsJYs2bNMdvPmzePkSNHcv3115OQkMDtt9/OgAEDeOWVV3ySx2a30zVpoE/OJS3XlNvuoX2v3hT+dyvuzYVWx6lVvbcMUJFOmoa/7up6iP++MxERERERkWbm9XpZvHgx5eXlpKWlHbPNmjVrGDZsWJ3nMjIy6i3qNTiDx0P3lME+OZe0TEOnXUzisJGUfLuHsu/3Wh2nDvfuUgCtSydNonfv3n67Hh2AJomLiIiIiIicok2bNnHppZfidrsJCwtj7ty59OnT55htXS4XcXFxdZ6LjY3F5XL5JIsjIICeg9P56uXnfHI+aVkSTj+TETOupHJTAUWLt1kd52iVHrxer4p00iQSEhJwOBxWx2gyGkknIiIiIiJyinr16sWiRYt48803ueyyy7j33nvZsmWLZXniuvUgNFLTDf1NbNfunHfbb/DkVpD/2kawdiPXepnVhop04nNhYWF06NDB6hhNSkU6ERERERGRUxQUFESPHj1ITk5m9uzZJCUlMW/evGO2jYuLO2rUXF5e3lGj605Vt4GDfHo+sVZwWASX/2kOptvA9UImZlULnvJXpSKd+F7Pnj2tjtDkVKQTERERERHxMcMwqKqqOuZrqampLFu2rM5zS5YsITU11WfX93o89Ejx3fnEYnY7M//yLIGBwbheWIe36Nj3VkthlFYTHR1tdQzxM/6+Hh2oSCciIiIiInJK5syZw4oVK9i9ezebNm1izpw5LF++nKlTpwJwzz33MGfOnNr2M2fO5JtvvuH5559n69atPPvss2RmZnLllVf6LJMjIIC+Q4djs+lXPn9wyQOPEhUXT97rG6neU2p1nBPyFrm1u6v4lM1mIykpya/XowNtHCEiIiIiInJK8vLyuPfeezlw4ACRkZEkJiby3HPPMWLECAD27t2L3X64WJaens6TTz7J008/zVNPPUXPnj2ZO3cu/fr182mu0MgouiQNYPeGTJ+eV5rXuOtn0bV/MkUfbKdyXZ7VcU6KJ6+S0P6xBAcH43a7rY4jfqBLly5ERERYHaPJqUgnIiIiIiJyCh599NHjvv7yyy8f9dykSZOYNGlSU0UCaqa89jszQ0W6Vix1wmQGjT2HshX7KPlqt9VxTlr1gTIAnE4nBw4csDiN+IOkpCS8Xq/fj6TT2GcRERERERE/5AgIIHH4SE15baW6DRzEmF/8mqqdxRQssm6n4MaozjlcpBPxhYEDB/p9gQ5UpBMREREREfFbYVFOOif1tzqGNFBUfHum/+ZBvIVuXPPWg9e0OlKDVO8txTRNFenEJ9q3b09MTIzVMZqFpruKiIiIiIj4Ka/HQ+KZGezZsM7qKHKSAoKCuOqxZ7B5beQ+n4lZ4bE6UsN5wevx+t3mEevWrWP37t0UFxfjcDiIi4sjNTX1qPfpcrn48ccfycvLw2azERMTw9lnn01AQP0lmPLyctasWcPevXvxer1EREQwdOhQYmNjAdiwYQMbNmwAoH///vTvf7j47nK5WLlyJRMmTKiz/qW/SEpKwjAMv3xvP6cinYiIiIiIiJ9yBASQOGwkn7/4LzBb12istuqqx/9GcFg4uf9Ziyev0uo4jecx/G4k3YEDB+jbty+xsbEYhsFPP/3EF198wZQpU2oLcC6Xiy+//JIBAwYwZMgQbDYbhYWF2Gy2es9bVVXFp59+Svv27Tn77LMJDg6mpKSEoKAgAAoKCli7di1nnXUWAF9//TWdOnUiOjoawzBYsWIFZ5xxht8WsQYOHHjc/vMnKtKJiIiIiIj4sTBnNF0SB7Bno0bTtXQX3PMA7bp0Jf/NTVRtL7Y6zqmpNIiOjrY6hU+NHj26zuOhQ4fyzjvvkJ+fT/v27QFYtWoV/fr1Y8CAAbXtTjSicP369YSFhXHmmWfWPnfkTqYlJSVER0fTsWNHAKKjoykuLiY6OpoNGzbQvn372hF3/iY6OpoOHTpYHaPZqEgnIiIiIiLix2p2eR2hIl0Ll3HpTHqnn07x59mUr2r9O6J6S6r8rkj3c9XV1QC1I94qKyvJy8ujZ8+efPLJJ5SUlBAVFcXgwYOJj4+v9zx79uyhU6dOfPvttxw4cIDQ0FD69u1Lnz59gJoNOEpKSigrq9mQo7i4uPa57du3M3HixCZ+p9YZPHhwm5nqChZvHLFixQp+/etfk5GRQWJiIp9++mmd103T5JlnniEjI4NBgwbxi1/8gh07dtRpU1hYyOzZs0lPT2fIkCHcd999tTfuIRs3buTyyy8nJSWFUaNG8e9///uoLB988AHnnHMOKSkpTJ06la+++srn71dERERERKS51ezyeha0kelirVFSxijOOH8GFZl5FH+y0+o4PuEtdBMREeG30xRN02TVqlXExcXVFiNLS0sBWLt2LQkJCZx99tm0a9eOzz//nJKSknrPVVpayubNm4mMjOTss8+mb9++rFq1im3btgE1RbpBgwbxxRdf8MUXXzB48GCcTicrVqwgNTWVvXv38v777/PBBx9w4EDrL/AeYrPZSE9P99t76FgsHUlXXl5OYmIi06dP5+abbz7q9X//+9+8/PLLPP7443Tt2pVnnnmG6667jvfff5/g4GAA7rrrLnJzc3nhhReorq7mvvvu44EHHmDOnDlAzc1+3XXXMWzYMB588EGysrK47777iIqK4pJLLgFqhqPOnj2bO++8k9GjR/Puu+8ya9YsFi5cSL9+/Rr2psrK4FjbAjscEBJSt1197HYIDW1c2/Jy7BUVx85hs0FYWJ229a5L8fO2FRVgGPXnCA9vXNvKSvB6fdM2LOzwDx5ud/39cIy2eI6zGGtoaE0/A1RVwcF/LTnltiEhh7M1pG11dU37+gQHw6EFSauroaKi/r44sq3HU9MX9QkKgsDAhrf1emv+7OoTGFjTvqFtDaPmXmtIW6/32H0REFDTF1DzPVFeXv95G9K2Id/3zfgZgWkeuy9a42fEEQKrq7Cb9Z/XHRhc+30f6KnGbtR/3oa0tR15TSs/Iw5yeL0EV9X/fVTtCMQ4eF6H10OAt/7PvyPb2r1eAr31Z/A4jviRwuM5/n3ZlJ8RB9lM47j94LU78ATUtLcZBkGe+j9XDbuD6oNtMU2Cq+v//KvTFg5/nx1LS/6MOOTIz4qAgNb3GXFE22AgpNpd733RVJ8RVQFBmAe/7wM5wT1xos+Ik/w8FDmWcGc0Xfr1Z8+m9VZHkZ/p0KsPk268k+qcUvLf2AR+snSgx1VBmMNBeHh4bfHKn6xcuZKioiLGjRtX+5x58O/FPn360Lt3bwDatWvHvn372Lp1K6mpqfWer127dgwePLj266KiIrZs2VJ7nr59+9K3b9/a9tu2bSMwMJDY2FgWL17MxIkTKS8vZ8mSJUydOhXHsX4PbmW6d+/ud+sanoilRbpRo0YxatSoY75mmibz5s3jxhtvrL3pn3jiCYYPH86nn37KlClT2Lp1K9988w0LFiwgJSUFgPvvv58bbriBe+65hw4dOvC///2P6upqHn30UYKCgujbty8bNmzghRdeqC3SzZs3j5EjR3L99dcDcPvtt7NkyRJeeeUVHnrooYa9qc6dj/2D1+TJsHjx4cft29f/y/2oUfDll4cf9+wJLtex2w4ZAitW1D60p6SQtrOef3kZMADWHTHE/fTTYX09f0n36AFHjlo86yxYufLYbePiIDf38ONJk6C+kYhhYXX7Z/p0eP/9Y7eFuj/8X3UVLFhQf9vS0tofxm033kjavHn1tz1wAA4NN77zTvi//6u/7fbtNX8GAL/7HTz5ZP1tMzNh4MCarx99FB58sP62y5fX/BkAPPMM3HNP/W2/+ALOPrvm63/9C45R1K713nswZUrN16++iuOaa0irr+2bb8KMGTVfv/MOXHxx/ed94QX4xS9qvv7oIzj33Prb/v3vMGtWzdfffAM/W7uhjieegLvvrvl61So444z62/7hD/DHP9Z8vWEDJCfX3/auu+Avf6n5OjsbevXCAcfui5tugrlza752uWq+P+tz9dXw4os1X5eXwxFrRRzloovgrbcOPz5e22b6jGDAANi589h90Ro/I374ofbLexbO4ax139Xb9Lz7F+AOqily3Pq/vzNhzWf1tr343lcpCq/5geCGD//DecsX19t22uW/P/zAys+Ig2udXLBhCXf9e3a9TX9/xR9Ynlhz3jE/fcld7zxdb9s/XfwbvknOAGDEhqXc/+bj9bZ9ctrtvN2hJwBRS5fC0KH1523Kz4jzzgOgZ8F+XvvnnfU2fWvEhfxn4rUAtC/KZd5fr6u37f/OmMLcc28EwFlezJt/vqLeth+njmXOhXcAEAakZmTUn7cFf0YcUuezojV+Rhzxc8TLwIzn7q23aVN9Rsy84zn2x9SspfMIJ7gnTvQZER5ef9+InIDX4yFx+EgV6VqYsKhoLvnjnzHKPLheXAee4/wjRStTvb/m89rpdPpdkW7lypXk5OQwduxYwo74R6nQg//w9fM16JxOJ+XH+cf9kJCQo46Jiopi165dx2zvdrvJzMxk3Lhx5OXlERkZWfufYRi1a9i1dqmpqXi9Xr8oOJ6sFjupd/fu3eTm5jJ8+PDa5yIjIxk8eDCrV68GYPXq1URFRdUW6ACGDx+O3W7np59+AmDNmjUMGTKkdo44QEZGBtu3b6eoqKi2zbBhw+pcPyMjgzVr1vjs/Zimidfrrf3veP840qC2UKftcTP8rG1DztugtsfZNaohbWmmtkZD2h7vX/ZbY1vDONz+BG2NI9ue4F5rdW1/9j3nq7Y//15uSNum+oxoEW19/BnRUrSE7/uW4kR5m/r7vrXQZ0Q9bZvo54jWoCHf9yIN5QgIYOCocQQcmhEglrPbA5j5xN9w2APIeyETo/Q4o+ZboardNYW5E22a0JqYpsnKlSvZvXs3Y8aMqbO5A0B4eDihoaFHTW0tLi4m/MiR4D8THx9/1DElJSX1HrNq1SqSkpIICwvDNM06f2cYhnHCvx9bg6CgIJKTk9tUgQ7AZraQP73ExETmzp1bO2pu1apVXHbZZXzzzTe1u6QA3HbbbdhsNp5++mn+8Y9/8M477/DRRx/VOdewYcO45ZZbuPzyy7n22mvp2rVrnRFxW7ZsYcqUKbz//vskJCSQnJzM448/zrlHjAx69dVXmTt3LkuWLDmp/F6vlzVr1mCrqOBYs6VNux3ziL8Q7ceZpmfabJhHTGlpSFtbZSW2ev5Im6otgHHEVJkGtXW7sR3nh9AGtQ0JqZ16YquqwnacH8gb1DY4uHbqia26GttxpsY2qG1QUO1Utoa0xePBfpxpb0ZgYJ0prJa39XqxH2d6rhkQgHnEtLeTbmsY2I8z5bZBbR0OzEOFfNPEfpzpdA1q25Dve31GHLvtCb7v1+/cyZVXXsmZv36a2Pjulkx3deVms/Sfd/LKK6/QPyHBss+IjZs3c+WVVzLil3No16FHvW2bcrprwf4dLPvH7bz60kv0Pzg145h5m/AzYsPWrVx55ZUM+9VTxMV3r7dtU093Lc7ZwrJ/3M7r//kPiYmJx86rz4haTf1zxMaNG7nuyisZdt2fieyUcMy2TT3dtThnCz/843bmHeeeONFnhAmYoaGkpqa2uV9axDdM0+STf/+dtZ99dOLG0uSuePSvdOjVh7yX1lG5qcDqOE2i86Mj+Pjjj1m2bJnVUXxixYoV7Ny5k7POOovIyMja5wMDAwk4+LPNxo0byczM5IwzziAmJobt27ezceNGJk2aVHvM559/TteuXWuX18rLy+OTTz4hJSWF7t27k5eXx/LlyznjjDPoeWhW10F79+5l7dq1jB8/HpvNRnl5Oe+99x4ZGRmUl5fz448/cv7559fmaa0GDx7MtGnTrI7R7Fr3n1oLlHzGGZb+0OT1elm7di0pKSlt+oc39cNh6ovD1BeH+UtfeI4oWlQHBh2nZV01BZfAE7Y7mbamreYX6n79+jE4Pf2kM/iacbBg4HU4aqfsnYjXEYDXcXI/ChgOB+6TvFf69u/PIIv6wnswo2mzn3Q/mPaTb4vNdvJtgYRBgyzrC1/wl88KwzBwA5WBwQSdxJ+fLz8j6rTl1O6JQ38eIo1mmpw2+XwV6VqASTffSceEvhT8b6vfFugADI/Xr9YU27JlCwCffVZ3SYShQ4fWrh2XlJSEYRisXr0at9tNTEwMo0ePrlPUKy0txX3EIILY2FhGjhzJjz/+SGZmJhEREaSnpx9VoPN4PPzwww+MGDGidjOFsLAwTjvtNL7//nvsdjtnnnlmqy/QAaSnp7epXV0PabF/coe2J87Ly6szki4vL4+kpCQA4uLiyM/Pr3Ocx+OhqKio9vi4uDhcP1uH5dDjuLi4etvk5eXVvt4QDoejRfwQ21JyWE39cJj64jD1xWGtvS9aUnar+1J9cfjaLYnV94WvtPb30ZKyt/a+lNbNZrcT27U7XfoPZM+GdSc+QJrEkPMupH/GaEqX5lC2JMfqOE2r2vSrIt1ll112Uu0GDBjAgAED6n39vINr6B6pS5cudOnS5bjnDQgIqDMD8JCEhAQSEo49Urw1iomJoUeP+meG+LMWW5Ls2rUr8fHxLF26tPa50tJSfvzxR9LSapYwTktLo7i4mMzMzNo2y5YtwzAMBg0aBNQsNLhy5Uqqj5iat2TJEnr16lX7YZGamnrU8NslS5Ycd+cVERERERGR1sbwekk/Z6rVMdqsXmlDOOvSX+DeXEjhu1utjtPkzHKPX2xgIM3rjDPOaDXryfqapUW6srIyNmzYwIYNG4CazSI2bNhATk4ONpuNmTNn8v/+3//js88+Y9OmTdxzzz20b9++dt26hIQERo4cye9//3t++uknfvjhBx5++GGmTJlChw41u2hNnTqVwMBAfve737F582bef/995s2bxzXXXFObY+bMmXzzzTc8//zzbN26lWeffZbMzEyuvPLK5u8UERERERGRJmJ3OOhzxnAiYmKtjtLmxHTqwvmz78eTV0neqxugDewPY5RU+dVIOml6wcHBnHbaaW121Lml010zMzOZOXNm7ePHHnsMgGnTpvH444/zy1/+koqKCh544AGKi4s57bTT+M9//kPwEWsQPfnkkzz88MNcffXV2O12JkyYwP3331/7emRkJM899xwPPfQQF154ITExMdx0001ccskltW3S09N58sknefrpp3nqqafo2bMnc+fOrV3EUURERERExG+YJoPGncOSt161OkmbERQayhWP/BWqTFzPZ2K628Yooer8SsJ7OXE4HG12ZJQ0TGpqKoGBJ7fWqz+ytEg3dOhQNm3aVO/rNpuN2267jdtuu63eNtHR0cyZM+e410lKSuK11147bptJkyYxadKk4wcWERERERFp5ewOB6kTp7Bs4RsYx9nlW3xn5hN/Jyg4hNx//oS3sP5dwv2NJ7cCm81GZGQkhYWFVseRFs5mszFs2DCrY1iqxa5JJyIiIiIiIk0jNDKKfkOHWx2jTZjx+0dwtu9A/hubqNpVYnWcZlW9rwxAU17lpPTr14/o6OjanWvbIhXpRERERERE2hjD6yV98vlWx/B7Y37xK7onD6boox1UrHVZHafZVR8sSqpIJydj2LBhbX5atIp0IiIiIiIibYzd4aBT30Ta90qwOorfGjR2IqkTz6Vs1X5KvthldRxLGOUevF6vinRyQh06dKBnz55tdsOIQ1SkExERERERaYMMr4fTz5tudQy/1CVpIGOvm0VVdjEFb2+2Oo6lTI9BVFSU1TGkhRsxYkSbH0UHKtKJiIiIiIi0SXZHAInDRhLXrYfVUfxKRLtYLrrvYYziKvLmrQevaXUka7kNoqOjrU4hLVhcXBwpKSltfhQdqEgnIiIiIiLSZpmGwYhLrrQ6ht9wBAYy88/PYjftuJ7LxCjX7rlGuUdFOjmus846C8MwrI7RIqhIJyIiIiIi0kbZHQ76nD5Ma9P5yJWPPk1IRCR5L6/H46qwOk6L4C1ya7qr1Euj6OpSkU5ERERERKQNM7weRl52tdUxWr2ps+8jrnsPChZuxr21yOo4LYYnr5Lg4GCCg4OtjiItkEbR1aUinYiIiIiISBtmdwTQc3A6XRIHWB2l1Ro+4wr6nj6Mkq92Ub5yv9VxWhTP/nIAjaaTo2gU3dFUpBMREREREWnjDK+XDI2ma5R+Z2Zw5oWXUrkhn6IPd1gdp8Wp3lsKgNPptDiJtDQaRXc0FelERERERETaOLvDQdf+A+meMtjqKK1KfI9eTLnlbqr3lZH/+kZo4xu5HktVThmmaWokndShUXTHpiKdiIiIiIiIYHi9jLzsF1bHaDVCIqO47MG/YFZ4cb2wDrNaI4KOyWPg9Xo1kk7qmDBhgkbRHYOKdCIiIiIiIoLd4aBjQl96p59udZSWz27n6j8/iyMgENfzmRglVVYnatmqTRXppFbv3r3p16+fRtEdQ4DVAURERESkaWRnZ+NyuRp9vNfrJSsrC8MwTukH6bi4OLp3797o40Wk+RhGzdp021avBFNzN+tz2YNPEN6uHXnz1lO9t8zqOC2f20t0dLTVKaQFsNvtTJo0CcMwsNs1buznVKQTERER8UPZ2dkkJvWnsqLc6iiEhIaxaeMGFepEWgG73UF89570HzGKDd9+aXWcFmnCr2+jc78kCt/bSuWGfKvjtApGSbWKdAJAWloa8fHxVsdosVSkExEREfFDLpeLyopyUqbPJjy+m2U5ynJ3sfbtObhcLhXpRFoJwzAY/Ysb2LZ6Be4yjRI7UvqU80k+exyl3++l9Nscq+O0Gp5CN5GdY6yOIRYLDg5m3LhxmKaJzWazOk6LpCKdiIiIiB8Lj+9GVOc+VscQkVbEbrcTHBbOyMt+waf/mWt1nBajx+A0zr7iOtxbCyn871ar47QqnrwKwhxxhIeHU6bCb5s1cuRIgoODVaA7Dk0AFhERERERkTrsDgeDx0+iU98kq6O0CM4OnZh29x/w5FeS98oGMLReX0NU76spzGnziLYrJiaGYcOGaR26E1DviIiIiIiIyFEMr5cJv7oFexvfgTEwOISrHnsaW7WJ64V1mJVeqyO1OtV7SgGIioqyOIlYZcqUKVZHaBVUpBMREREREZGj2B0OYrt2J23SeVZHsdTMJ54lKDgU14vr8OZXWh2nVfLkVmAYhkbStVHJycn06dPnlHaKbytUpBMREREREZFjstlsZFxyFZGxbXM3xun3PUR0x07kv5VFVXaJ1XFaNcOjIl1bFBoaypQpUzAMw+oorYKKdCIiIiIiIlIvu8PB2Gt/bXWMZjfqquvoOTid4k93UvFjrtVxWj+PoemubdDEiRMJDg7WWnQnSbu7ioiIiIiISL3sDgcJQ4aSMGQoW1d+b3WcZjFw1DhOm3wB5T8eoPjT7Ca/3k+uLN7Y/CGbC3eSV1nEg0NnkdE5rfb1lzb8ly92ryC3Ip8AewD9ontw7YBp9G/X+7jnXbTtc97c/BH5lUUkOLtxy6DLSDrimP/76Q0+zv6OkIBgrh84nXHdzqx97as9K/k4ewmPDLvVJ+/RLPcSExPjk3NJ69C7d29SU1OtjtGqqJQpIiIiIiIix2UYBuOuv4nA4BCrozS5Tn2TmHDDLVTtLiH/raxmuWaFx02Csxu3Dr7imK93jejILYMv599jH+SZs+6lQ1gs9373Vwrd9U/B/WL3cv6x9k1mJk3lH6MfIMHZjXuXPE2BuxiAJXvX8Pnu7/nziDu5YeBFzFn1EkUHz1daXc5z696pN09jGCVVmu7ahgQGBnL++edrmmsDqUgnIiIiIiIix2W32wlzxjB8xuVWR2lS4THtuPj3j2KUesh7aT14zGa57tCOKVw7YBoZndOP+frYbkM5rf0AOofH0zOqCzemXEKZp4JtRbvrPeeCLZ8wuedIzumRQc+oztyeeiXBjiA+3PEtANklexkcl0hiTE/GdBtKWGAIe8tdAPwrcwHn9R5Fh7BYn71HT34l4eHhmvbYRpx99tlERkbqz7uB1FsiIiIiIiJyQna7ndOmXEDX/slWR2kS9oAAZv75Wew4cD2fiVFWbXWkY6o2PCze8TXhgaEkOLvW2yarcCfp8QNqn7Pb7KTH92d9/jYAEpzdyCrcQUlVGVkFO6jyVtMlvD1rXZvZUpjNtIRxvs3tqsBmsxEZGenT80rL061bN4YPH64CXSNoTToRERERERE5KaZpcu7t9/LSXbOoKCm2Oo5PXfHIU4RGRuF6PhPPgXKr4xxl6d4f+dOKf+H2VtEuxMkTI+7EGXzsgleRuxTDNIgJrrtRQ0xIFLtK9wFweodkxnU7k5u+/BPBjiDuPe1aQgKCeebHV7gn/Rre3fYl72z7DGdQBHemzaRnVJdTyl+9twwAp9NJUVHRKZ1LWq6goCAuuugiTNPEZrNZHafVUVlTRERERERETord4SA0MoqJN91udRSfOve2e2nfszeFi7bg3lJodZxjSo1P4l9jHuBvo37D6R2SeXj5P2vXl2usq/ufz8sTHuM/Yx8ko3M6r296n/T4/jjsDl7Z9B7PnPUbJvccyeM/PHfK+at316x3p3Xp/NukSZM0zfUUaCSdiLQa2dnZuFyuRh/v9XrJysrCMAwcDkejzxMXF0f37t0bfbyIiIhIa2Z3OEhIP4O0c6ay+sN3rY5zyoZOu4R+wzIo+WY3Zcv3WR2nXqEBwXSJ6EAXOjCgXQIzP76PD3Z8y+WJk49q6wyOwG6zH1XEK6gspl3wsYtk2SV7+XTXMv455gE+2Pktg+L6ER0cyagup/OXVS9SXl1JWGDjNw4xSqvxer0q0vmx/v37k5aWduKGUi8V6USkVcjOziYxqT+VFdZPPQgJDWPTxg0q1ImIiEibNuqq69izcR0HdmyzOkqjJZw+jBEzrqByYz5F72+3Ok6DGJhUG8deNy/QHkC/6B6szt1ARueaoolhGqzO3cgFvUcf1d40Tf66+mV+nXIxoQEhGKaBx/AC4D34f8M89V06TY9BVFTUiRtKq+N0Orngggs0zfUUqUgnIq2Cy+WisqKclOmzCY/vZlmOstxdrH17Di6XS0U6ERERadNsNhtT77yPeffcQnVlhdVxGiy2Ww/Ou+1ePAcqyH99IzTPRq7HVOGpZE/pgdrH+8pz2VKYTWRQOFFBEby6aTHDOw0mNiSaIncJ/932Ba6KAkZ1GVJ7zF3fPklGp3QuSBgDwEV9xvPnH56nX3QPkmJ68fbWT6n0upnYY8RR139/xzc4gyMZ3ikVgOR2fZi34V3W529l+f5MekR2JiIo7NTfaJWpkXR+yG63c9FFFxEQEKAC3SlSkU5EWpXw+G5Ede5jdQwRERGRNs/ucBAVF8/Y627kw7lPWR2nQYLDIrj8oScx3QauFzIxq059lNip2FSwg9nfPln7+P+tfROACd2Hc0fqVewq2csfs5dQXFVKVFA4idG9ePqse+ts5pBTlktRVUnt49Fdz6DIXcqLG/5LgbuYBGc3Hh9+O+1C6hbJ8iuLeDVrMX8767e1zyW1681FfSdw35K/ERMcyb2nXeuT92mWVxMTE+OTc0nLcdZZZ9G1a1cV6HxARToRERERERFpFLvDwcCzxrDzp9Vs+OYLq+OcHLudmX95lsDAYA7840e8xVVWJyI1PonPpv2n3tcfPHPWCc/x2sQ/H/XcBQljakfW1addiPOYx85MmsrMpKknvG5DeIuqiOqu6a7+pE+fPowaNcrnBbp//etfzJkzh5kzZ/K73/2u3nYffPABzzzzDHv27KFnz57cddddjBo1yqdZmpO22xAREREREZFGM02D8TfcTHTHzlZHOSmXPPAYkbFx5M3fSPWeUqvjtCmevApCQkIIDAy0Oor4QExMDDNmzMA0fTtX/KeffmL+/PkkJiYet92qVauYPXs2F110EYsWLWLs2LHMmjWLrKwsn+ZpTirSiYiIiIiISKPZbHYcjgCm3vlbHAEte7LWuF/Oomv/gRR9sIPKdXlWx2lzqnNr1i7UunStX1BQEJdffjkBAQHY7b4rLZWVlXH33Xfzpz/96YT3ybx58xg5ciTXX389CQkJ3H777QwYMIBXXnnFZ3mam4p0IiIiIiIickrsDgfx3Xow/oZbrI5Sr9SJ5zJozDmUrdhH6de7rY7TJlXn1KyZpyJd63f++ecTGxuLw+Hw6XkfeughRo0axfDhw0/Yds2aNQwbNqzOcxkZGaxZs8anmZpTy/5nDhEREREREWkVbHY7A0eNpWBfDt8vfMPqOHV0GziIMVffQNWOIgoWbbE6TptVlVOGaZpERWldutZsxIgRDBw40OfnXbx4MevXr2fBggUn1d7lchEXF1fnudjYWFwul8+zNReNpBMRERERERGfybjkKpJGtJyF26Pi2zP9Nw/iLXTjenkDeH27fpY0QJWB4fVqJF0rlpCQwLhx43x+3r179/LII4/wl7/8heDgYJ+fv7XQSDoRERERERHxGdM0OeemOyjJc7Fn4zpLswQEBXPVY3/D5rVx4PlMzAqPpXkETI+pIl0r1a5du9qNIny9m+u6devIy8vjwgsvrH3O6/WyYsUKXn31VdauXXvU1Nq4uLijRs3l5eUdNbquNdFIOhEREREREfEZm82GzWZj2j0PWL7j61WPP0NwWBiueevw5lVamkUOchsq0rVC4eHhzJw5k8DAQJ9uFHHImWeeybvvvsuiRYtq/0tOTmbq1KksWrTomGvfpaamsmzZsjrPLVmyhNTUVJ/nay4q0omIiIiIiIhP2R0OAkNCuOh3DxESEWlJhgvufYB2XbpS8PZmqrYXW5JBjmaUVBETE2N1DGmAoKAgrrzySiIjI32+UcQhERER9OvXr85/YWFhREdH069fPwDuuece5syZU3vMzJkz+eabb3j++efZunUrzz77LJmZmVx55ZVNkrE5qEgnIiIiIiIiPmd3OIiMjWfaPQ/gCGjelZZGXnY1vdNOp/jzbMpXHWjWa8vxeYvcREZaU7iVhrPb7cyYMYMOHTo0WYHuZO3du5fc3Nzax+np6Tz55JO88cYbnH/++Xz00UfMnTu3tqjXGmlNOhEREREREWkSdoeDjn0TmXjj7bz/7JPNcs2kjFGcft5FVGS6KP5kZ7NcU06ex1VB6MA4wsLCKC8vtzqOnMC5555Lnz59fL4G3cl4+eWXj/sYYNKkSUyaNKm5IjU5jaQTERERERGRJmO32+mfcTbDZ1zR5Nfq0LsPk268k+qcUvLfyAJt5NriVO2vKcxFRUVZnEROZNSoUaSnp1tSoGurVKQTERERERGRJjfsostIGTOhyc4fFhXNJX/4M0aZB9eL68BjNNm1pPGq95QCaPOIFi4tLY3Ro0dbHaPNUZFOREREREREmpxpmoy/4RaSR4/3+bnt9gBmPvEsDnsAruczMUqrfX4N8Q1PbjmGoR1eW7JBgwZx3nnnYZoaitrcVKQTERERERGRJndoytzEX9/m8xF1lz3yJGHOaPJe2YBnv9Y5a9EMMLwq0rVUycnJTJs2DUDTXC2gIp2IiIiIiIg0C5vNhmmaTPjVraSMneiTc066eTYde/eh8N2tuLMKfHJOaWLVhtaka4EGDBjAhRdeCKhAZxUV6URERERERKTZ1BbqbriFQePOOaVznX7edPpnnE3Jd3soW7rXRwmlqZkVXmJiYqyOIUfo378/F110ETabTQU6C6lIJyIiIiIiIs3qUKFu/C9vZtC4SY06R6/00xl56dVUZhVQtHibjxNKUzJKqjTdtQVJTExkxowZgEbQWU1FOhEREREREWl2h4oB4385i8ETJjfo2JhOXTj/zt/hyask/7WNoI1cWxVPQSXh4eHY7SpJWK1fv35cfPHF2Gw2/Xm0APoTEBEREREREUuNu+4mUidMOam2QWFhXPHoX6HKxPV8Jqbb28TpxNc8rgrsdjsRERFWR2nTBg0axKWXXqopri2IinQiIiIiIiJiubHX3UjqxHNP2G7mn58lKCgE1wuZeAvdzZBMfK16bxmAprxa6Mwzz+TCCy/UCLoWRn8SIiIiIiIi0iKMvfbXDJl6Yb2vz3jgUZztO5D/xiaqd5c2YzLxpaqDf3Yq0llj7NixnHNOzaYtGkHXsqhIJyIiIiIiIi3GqCuvZey1N2L72eieMdf8iu4DB1H04Q4q1rosSie+YBRXYXgNoqKirI7Sptjtds477zxGjhxpdRSph4p0IiIiIiIi0qIMnjCZC+7+PQHBwQAMGjuR1AnnUvbDfkq+3GVxOvEFw+vVSLpmFBAQwMUXX0xaWprVUeQ4AqwOICIiDZednY3L1fh/QfZ6vWRlZWEYBg6Ho1HniIuLo3v37o3OICIiIlIfm81Gz8HpXPrgEyxb+AZjr5tFVXYxBQs3Wx1NfKXKVJGumYSFhXHppZfStWtXTW9t4VSkExFpZbKzs0lM6k9lRbmlOUJCw9i0cYMKdSIiItIk7A4H8d17cN7tv8FbXEXevPXgNa2OJT5illUTExNjdQy/1759e6644goiIyO1QUQroCKdiEgr43K5qKwoJ2X6bMLju1mSoSx3F2vfnoPL5VKRTkRERJqM3RGA6TWwhwcS1C2Syk0FVkcSH/EWVxHVVWvSNaXExEQuuugi7Ha7CnSthIp0IiKtVHh8N6I697E6hoiIiEiTsjnsYDOJvXogRe9vo/TbHKsjiQ948iuJ6BtDQEAAHo/H6jh+JyMjg7FjxwLawbU1USlVREREREREWjSb3YbNbiP63ARiLu6HLVC/yrZ2ngM1S7doXTrfCggI4MILL2TcuHHYbDYV6FqZFv3J9uyzz5KYmFjnv3POOaf2dbfbzYMPPsjQoUNJS0vjlltuOWoh9ZycHG644QYGDx7MsGHD+POf/3xUlf77779n2rRpJCcnM378eBYuXNgs709EREREREQaJiy1Pe1vSSMgLtTqKHIKqvaVARAVpSmvvhIVFcW1115LcnKy1VGkkVr8dNe+ffvywgsv1D4+chfCRx99lK+++oqnn36ayMhIHn74YW6++Wbmz58P1Oxe+Ktf/Yq4uDjmz5/PgQMHuPfeewkMDOTOO+8EYNeuXfzqV7/i0ksv5cknn2Tp0qXcf//9xMfHM3LkyOZ9syIiIiIiInJcNruNgNhQ2t+aRsFbWVSsbfyO92Kdqt0lgEbS+Uq/fv2YNm0aQUFBWn+uFWvxRTqHw0F8fPxRz5eUlPD222/z5JNPMmzYMKCmaDd58mTWrFlDamoq3377LVu2bOGFF14gLi6O/v37c9ttt/Hkk09y8803ExQUxPz58+natSu/+c1vAEhISOCHH37gxRdfVJFORERERESkBbI5bGCzE3tFf0qW7KFo8Xbt/NrauA28Hq+KdKfI4XAwbtw4hg0bhmEYKtC1ci2+SLdz504yMjIIDg4mNTWV2bNn07lzZzIzM6murmb48OG1bRMSEujcuXNtkW7NmjX069ePuLi42jYZGRn88Y9/ZMuWLQwYMIA1a9bUFvmObPPoo482Kq/X623cG/WRQ9e3OofV1A+H+UtftLT8Xq/XskwtqS+s7IdD128p1BeH6fvjMPXFYeqLGqfSDy3pfYi0BDZ7zVpbEcM6E9w9iryXN+AtclucShrC9Bgq0p2CmJgYLr74Yjp27AigAp0faNFFukGDBvHYY4/Rq1cvcnNzmTt3LldccQXvvvsuLpeLwMDAo+avx8bGkpubC4DL5apToANqH5+oTWlpKZWVlYSEhDQo89q1axvUvqm0lBxWUz8c1tr7Iisry+oIdWRlZVn2l2BL6gsr++HQ9VsK9cVh+v44TH1xmPqihtWfFSL+yGazEdgpgg53pFPw9mZNf21N3CrSNdbAgQM5//zzcTgc2hzCj7ToIt2oUaNqv05KSmLw4MGMHj2aDz74oMHFs+aSkpJSZ9285ub1elm7dq3lOaymfjjMX/rCMAyrI9TRr18/UlNTLbl2S+oLK/sB1BdHUl/UaEn9AOqLI6kvapxKPxz6O11EjlYz/dVB7BX9Kf8xl4JFWzArPCc+UCxllFUTExNjdYxWJTAwkIkTJzJkyBBNb/VDLbpI93NRUVH07NmT7Oxshg8fTnV1NcXFxXVG0+Xl5dWuYRcXF8dPP/1U5xyHdn89ss3Pd4R1uVxEREQ0qhDocDhaRCGkpeSwmvrhsNbeFy0tu5X92ZL6wur7Sn1R9/othb4/DlNfHKa+qGH1Z4WIPzs0/TU0JY7gBCf5b2bhziqwOJUcj7fQTWRf7e56snr27MkFF1xQWwNRgc7/tKo/0bKyMnbt2kV8fDzJyckEBgaydOnS2te3bdtGTk5O7b9OpqamkpWVRV5eXm2bJUuWEBERQZ8+fWrbLFu2rM51lixZYuloCBEREREREWkcm92GPSyQ+GuTiZ7WB1tQq/q1t03x5FUQGBhIaGio1VFatKCgIKZMmcIvfvELoqKiVJzzYy16JN2f//xnRo8eTefOnTlw4ADPPvssdrudc889l8jISKZPn87jjz+O0+kkIiKCP/3pT6SlpdUW2DIyMujTpw/33HMPd999N7m5uTz99NNcccUVBAUFAXDppZfy6quv8sQTTzB9+nSWLVvGBx98wD//+U8L37mIiIiIiIg01qFRdeGndySkXwz58zdRtbPY4lTyc9X7y4GaWXMVFRUWp2mZevXqxbRp04iIiAA0es7ftegi3b59+7jzzjspLCykXbt2nHbaabz55pu0a9cOgPvuuw+73c6tt95KVVUVGRkZ/OEPf6g93uFw8I9//IM//vGPXHLJJYSGhjJt2jRuvfXW2jbdunXjn//8J4899hjz5s2jY8eO/OlPf2LkyJHN/n5FRERERETEd2x2Gw5nMO1vHEzZin0UfbAdo1xr1bUUVTmlADidTvbv329xmpYlODiY8ePHa+25NqZFF+n++te/Hvf14OBg/vCHP9QpzP1cly5d+Pe//33c8wwdOpRFixY1JqKIiIiIiIi0YIdG1YWd1oHQ5DgK39tG+ar9YFocTPDsK8M0Te3w+jNJSUlMmTKF8PBwQKPn2pIWXaQTERERERER8QWb3QYhDtrN6Ef4GR0pWLgZz8HplmIRA7web53NINuydu3aMXnyZPr06aPRc22UinQiIiIiIiLSJthsNaPqgrpG0OG2dEq/2U3xZ9mYVYbFydqwaqPNj6QLCgoiIyODESNG1D6nAl3bpCKdiIiIiIiItCk2R00BJGJkV8LSO1D04Q5NgbVKpUF0dLTVKSxhs9lISUlhwoQJhIWFqTAnKtKJiIiIiIhI22Sz27CHB9JuRj8iR3WlaPE2KjcVWB2rTfGWVBEdE211jGbXrVs3zjnnHLp06YJpmrWjPKVtU5FORERERERE2qxDG0sExIUSd00y7m2FFC7eTvWeUouTtQ3ewkoiusVhs9kwTf8fytixY0fGjh1L37598Xq9ACrQSS0V6URERERERKTNO1SsC+oRRYdb0ij/MZeij3bgza+0OJl/q3ZVEGa3ExERQUlJidVxmkxcXBxjxoxhwIABtcU5h8NhcSppaVSkExERERERETno0Hp1ocmxhKbEUf7Dfkq+3IUnT8W6puDZV7PDrtPp9MsiXXR0NGeffTaDBw/GMGo2KFFxTuqjIp2IiIiIiIjIzxwq1oWltyfstA5UrM2l+PNdePaXW5zMv7h31xTmnE4nu3fvtjiN78TExDB8+HDS09OBmimtKs7JiahIJyIiIiIiIlKPwyPr4ggb3J6K9XkUf55N9W6tWecLRoEbwzCIioqyOopPdOnShREjRtC/f38Mw1BhThpERToRERERERGREzhUrAtJjCF0QCyVWwoo+XI37q2F4P/7HTQpw+PF6XRaHaPRbDYb/fr1Y8SIEXTv3h2v16uRc9IoKtKJiIiIiIiInKRDxbrgXk5C+sTgyaugdEkOZSv3Y7q9FqdrparMVlmkCwgIYNCgQYwYMYLY2FitOSenTEU6ERERERERkQY6VKxztAvBeW5vnOf0pOyHA5QuzdG6dQ1kVniIjo62OsZJi4+PJz09nbS0NIKDgzHNmqGUdrvd4mTS2qlIJyIiIiIiItJINput5otAB+GndyDizE64dxRRuiSHivV54NFc2BPxFlfh7NSyR9IFBgYycOBAhgwZQteuXfF6vbUj5mrvAZFTpCKdiIiIiIiIiA8cGl0X1D2K2J5ODLeX8h8PUL76AFU7irV2XT08+ZVEJEQTEBCAx+OxOk4dHTt25LTTTmPw4MEEBQVpSqs0KRXpRERERERERHzIZq8ZWWUPdhB+WgcizuiEt9hN2Q/7KV91AE9uhcUJWxZPbs304KioKPLz8y1OA3FxcQwcOJCUlBTi4uLqjJrTlFZpSirSiYiIiIiIiDSR2rXrooKJHNWNqNHdqdpbSvmqA1Ssy8ObX2lxQutV7y0DrC3SxcXFMWDAAFJSUoiPj8cwjNpprBo1J81FRToRERERERGRZnBohF1gx3Cck3oRPaU31fvLqFjromJ9HtU5ZRYntEbV7lKAZt/htUOHDiQmJh6zMKcRc2IFFelEREREREREmpHNZoODew0EtA8jcnR3osb1wFtaRcX6PCo3FuDeUoBZZVgbtJmYFR68Xm+TF+nCwsLo3bs3ffr0oW/fvoSHh6swJy2KinQiIiIiIiIiFrHZbHBwNqUjIqh2DTvTMKneU0rl1kLc24qo2lGMWeW1NmwTMj0GUVFRPj2nw+GgS5cuJCQk0K9fPzp27IjNZtMac9JiqUgnIiIiIiIi0kIcWsPOZrcR2DWCwM7hRJ3draZot7cU9+ZC3NuLcO8oxnT7UdHObRAdHX1Kp4iIiKBbt2507dqV7t2706lTJwICAvB6vdjtdq0xJy2einQiIiIiIiIiLVDNKLuawpLNbiOwcwSBHcOJPLsbAJ6CSqp2lVC9p5SqnFKqc8owyqqtjNxoRll1g4p0wcHBxMfH06VLF7p27UqPHj1qR+KpKCetlYp0IiIiIiIiIq3AkUU7gICYEBzOYEKT42o3pfCWVNUU7vaW4XFV1PyXV4FR7rEq9knxFrqJSjh6umtQUBDx8fG0b9++9v8dO3YkIiICAMMwME2zTiFORTlprVSkExEREREREWmlDhXnDnFEBhGS1I6QxJjaqbMAhtuDJ68Sz4Hymv/nV+AtrsIorcZbWlUzAs+CfSpsIQ4cUcGYXpOgoCDGjh1LZGQk7dq1IyYmhsjISABM08QwjDoj5EBryol/UZFOWqzs7GxcLlejjvV6vWRlZWEYxin9K0pcXBzdu3dv9PEiIiIiIiLNraZwV7d4Zw8OIOjgdFlMs04BD2qKYGalF29pVU3xrqQKw+3FrDYwqw7+v9qLWWUc/to8eC2bDew/+9pmwxZoxx4agC0kAHvowf/CArCHBWI/+Jwt8HAOr9fL8OHDgaNHw9lsNo2QE7+nIp20SNnZ2SQm9aeyotzSHCGhYWzauEGFOhERERER8QvHKuDBwaLawUJaYHwYpmGCaYJ5qAE1BTgbdUay1cc8dOyh/9sAu+24x6oIJ22dinTSIrlcLiorykmZPpvw+G6WZCjL3cXat+fgcrlUpBMRERERkTalvmLeSR9/sKB3KucQaWtUpJMWLTy+G1Gd+1gdQ0RERERERESkSalIJyIiIiIiInIcr732Gq+//jp79uwBoG/fvtx0002MGjXqmO0XLlzIb3/72zrPBQUFsXbt2ibPKiKtl4p0IiIiIiIiIsfRsWNH7rrrLnr06IFpmixatIhZs2bxzjvv0Ldv32MeExERwYcfflj7+GTWcRORtk1FOhEREREREZHjGDNmTJ3Hd9xxB6+//jpr1qypt0hns9mIj49vjngi4idUpBMRERERERE5SV6vlw8//JDy8nLS0tLqbVdeXs7o0aMxDIMBAwZw55131lvQExEBFelERERERERETmjTpk1ceumluN1uwsLCmDt3Ln36HHuTu169evHoo4+SmJhISUkJzz//PJdeeimLFy+mY8eOzZxcRFoLFelERERERERETqBXr14sWrSIkpISPvroI+69915eeeWVYxbq0tLS6oyyS0tLY/LkycyfP5/bb7+9GVOLSGtitzqAiIiIiIiISEsXFBREjx49SE5OZvbs2SQlJTFv3ryTOjYwMJD+/fuTnZ3dxClFpDVTkU5ERERERESkgQzDoKqq6qTaer1esrKytJGEiByXpruKiIiIiIiIHMecOXM466yz6NSpE2VlZbz33nssX76c5557DoB77rmHDh06MHv2bAD+/ve/k5qaSo8ePSguLua5554jJyeHGTNmWPk2RKSFU5FORERERERE5Djy8vK49957OXDgAJGRkSQmJvLcc88xYsQIAPbu3YvdfniiWnFxMb///e/Jzc3F6XQycOBA5s+fX+9GEyIioCKdiIiIiIiIyHE9+uijx3395ZdfrvP4vvvu47777mvKSCLih1SkE2nhsrOzcblcjT7+0PoXhmHgcDgafZ64uDi6d+/e6ONFREREREREpH4q0om0YNnZ2SQm9aeyotzqKISEhrFp4wYV6kRERERERESagIp0Ii2Yy+WisqKclOmzCY/vZlmOstxdrH17Di6XS0U6ERERERERkSagIp1IKxAe342ozlpkVkRERERERMRf2U/cRERERERERERERJqSinQiIiIiIiIiIiIW03TXFqYl7OSpXTxFRERERERERJqXinQtSEvZyVO7eIqIiIiIiIiINC8V6VqQlrCTp3bxFBERERERERFpfirStUDayVNEREREREREpG3RxhEiIiIiIiIiIiIWU5FORERERERERETEYirSiYiIiIiIiIiIWExFOhEREREREREREYupSCciIiIiIiIiImIxFelEREREREREREQspiKdiIiIiIiIiIiIxVSkExERERERERERsZiKdCIiIiIiIiIiIhZTkU5ERERERERERMRiKtKJiIiIiIiIiIhYTEU6ERERERERERERi6lI9zOvvvoqY8aMISUlhRkzZvDTTz9ZHUlERERERERERPycinRHeP/993nssceYNWsW77zzDklJSVx33XXk5eVZHU1ERERERERERPyYinRHeOGFF7j44ouZPn06ffr04cEHHyQkJIS3337b6mgiIiIiIiIiIuLHVKQ7qKqqinXr1jF8+PDa5+x2O8OHD2f16tUWJhMREREREREREX8XYHWAlqKgoACv10tsbGyd52NjY9m2bdsJjzdNE6gp9jkcjkZl8Hq9hIeH4y3aS1Vg485xqrxFe2syeL1UVVVZkgHUF7UZWkA/gPqiTg71RU2GFtAPoL6ok0N9UZOhBfQDqC/q5FBf1GTwQT94vV7g8M+dIiIi4l9spv6WB2D//v2cddZZzJ8/n7S0tNrnn3jiCVasWMFbb7113OOrqqpYu3ZtU8cUERERkTYuJSWFoKAgq2OIiIiIj2kk3UExMTE4HI6jNonIy8sjLi7uhMcHBASQkpKC3W7HZrM1VUwRERERaaNM08QwDAIC9CO8iIiIP9Lf8AcFBQUxcOBAli5dyrhx4wAwDIOlS5dy5ZVXnvB4u92uf9EUEREREREREZFGUZHuCNdccw333nsvycnJDBo0iJdeeomKigouvPBCq6OJiIiIiIiIiIgfU5HuCJMnTyY/P5+//e1v5Obm0r9/f/7zn/+c1HRXERERERERERGRxtLGESIiIiIiIiIiIhazWx1ARERERERERESkrVORTkRERERERERExGIq0omIiIiIiIiIiFhMRToRERERERERERGLqUjXyrz66quMGTOGlJQUZsyYwU8//VRv24ULF5KYmFjnv5SUlGZM23RWrFjBr3/9azIyMkhMTOTTTz894THff/8906ZNIzk5mfHjx7Nw4cJmSNr0GtoX33///VH3RWJiIrm5uc2UuGn885//ZPr06aSlpTFs2DBuuukmtm3bdsLjPvjgA8455xxSUlKYOnUqX331VTOkbVqN6Qt//bx47bXXmDp1Kunp6aSnp3PJJZec8M/YH++JhvaDv94Px/Kvf/2LxMREHnnkkeO288f74udOpi/89d549tlnj3pf55xzznGPaQv3hIiIiDSvAKsDyMl7//33eeyxx3jwwQcZPHgwL730Etdddx0ffvghsbGxxzwmIiKCDz/8sPaxzWZrrrhNqry8nMTERKZPn87NN998wva7du3iV7/6FZdeeilPPvkkS5cu5f777yc+Pp6RI0c2Q+Km09C+OOTDDz8kIiKi9nF991BrsXz5cq644gpSUlLwer089dRTXHfddSxevJiwsLBjHrNq1Spmz57NnXfeyejRo3n33Z8t6A0AAAykSURBVHeZNWsWCxcupF+/fs38DnynMX0B/vl50bFjR+666y569OiBaZosWrSIWbNm8c4779C3b9+j2vvrPdHQfgD/vB9+7qeffmL+/PkkJiYet52/3hdHOtm+AP+9N/r27csLL7xQ+9jhcNTbti3cEyIiItL8VKRrRV544QUuvvhipk+fDsCDDz7Il19+ydtvv80NN9xwzGNsNhvx8fHNGbNZjBo1ilGjRp10+/nz59O1a1d+85vfAJCQkMAPP/zAiy++2OqLdA3ti0NiY2OJiopqgkTWeO655+o8fvzxxxk2bBjr1q3j9NNPP+Yx8+bNY+TIkVx//fUA3H777SxZsoRXXnmFhx56qMkzN5XG9AX45+fFmDFj6jy+4447eP3111mzZs0xi1P+ek80tB/AP++HI5WVlXH33Xfzpz/9if/3//7fcdv6631xSEP6Avz33nA4HCf9vvz9nhARERFraLprK1FVVcW6desYPnx47XN2u53hw4ezevXqeo8rLy9n9OjRjBo1ihtvvJHNmzc3R9wWZ82aNQwbNqzOcxkZGaxZs8aaQC3ABRdcQEZGBtdccw0//PCD1XF8rqSkBACn01lvm7ZyX5xMX4D/f154vV4WL15MeXk5aWlpx2zTFu6Jk+kH8P/74aGHHmLUqFF1/l6tj7/fFw3pC/Dfe2Pnzp1kZGQwduxYZs+eTU5OTr1t/f2eEBEREWtoJF0rUVBQgNfrPWpKYmxsbL1rTfXq1YtHH32UxMRESkpKeP7557n00ktZvHgxHTt2bI7YLYbL5SIuLq7Oc3FxcZSWllJZWUlISIhFyZpffHw8Dz74IMnJyVRVVfHWW28xc+ZM3nzzTQYOHGh1PJ8wDINHH32U9PT04047OtZ9ERsbi8vlauqIzeZk+8KfPy82bdrEpZdeitvtJiwsjLlz59KnT59jtvXne6Ih/eDP9wPA4sWLWb9+PQsWLDip9v58XzS0L/z13hg0aBCPPfYYvXr1Ijc3l7lz53LFFVfw7rvv1lka4hB/vidERETEOirS+bG0tLQ6oyTS0tKYPHky8+fP5/bbb7cumFiqd+/e9O7du/Zxeno6u3bt4sUXX+Qvf/mLhcl858EHH2Tz5s289tprVkex3Mn2hT9/XvTq1YtFixZRUlLCRx99xL333ssrr7xSb4HKXzWkH/z5fti7dy+PPPIIzz//PMHBwVbHsVRj+sJf740jl41ISkpi8ODBjB49mg8++IAZM2ZYmExERETaEhXpWomYmBgcDgd5eXl1ns/LyzvqX3LrExgYSP/+/cnOzm6KiC1aXFzcUf+67XK5iIiIaFOj6OqTkpLCqlWrrI7hEw899BBffvklr7zyyglHdRzrvmjI91RL15C++Dl/+rwICgqiR48eACQnJ7N27VrmzZt3zHWj/PmeaEg//Jw/3Q/r1q0jLy+PCy+8sPY5r9fLihUrePXVV1m7du1RGwb4633RmL74OX+6N44UFRVFz549631f/npPiIiIiLW0Jl0rERQUxMCBA1m6dGntc4ZhsHTp0uOuKXQkr9dLVlaWXy72fCKpqaksW7asznNLliwhNTXVmkAtzMaNG1v9fWGaJg899BCffPIJL730Et26dTvhMf56XzSmL37Onz8vDMOgqqrqmK/56z1xLMfrh5/zp/vhzDPP5N1332XRokW1/yUnJzN16lQWLVp0zKKUv94XjemLn/One+NIZWVl7Nq1q9735a/3hIiIiFhLI+lakWuuuYZ7772X5ORkBg0axEsvvURFRUXtv4Dfc889dOjQgdmzZwPw97//ndTUVHr06EFxcTHPPfccOTk5fjFto6ysrM6/bu/evZsNGzbgdDrp3Lkzc+bMYf/+/TzxxBMAXHrppbz66qs88cQTTJ8+nWXLlvHBBx/wz3/+06q34DMN7YsXX3yRrl270rdvX9xuN2+99RbLli3j+eeft+ot+MSDDz7Ie++9x//93/8RHh5Obm4uAJGRkbWjJX/+PTJz5kyuuuoqnn/+eUaNGsX7779PZmZmq9+ZrzF94a+fF3PmzOGss86iU6dOlJWV8d5777F8+fLaHXDbyj3R0H7w1/sBICIi4qj1Gf9/e/cTEtX6x3H8M6OTjjAUYpmFGQSOJRiWYX90ERlpKdFGgpwW2h9oUwg1gigF1jQV0R+KLM0YtKLAgoRauIiahFoY2Z9FULTQzBm1tCCZUecuLnd++Pv9uFcn81z1/drN+fOc7/PwzCw+c55z4uLiNG/evPD22TIvIhmLmTo33G63Nm7cqEWLFsnn8+nixYsym80qLCyUNHvmBAAAMBYh3TSydetW9ff368KFC/L7/Vq+fLnq6urCSyu6u7tlNv/n5sjBwUFVVVXJ7/dr7ty5Sk9P1+3bt2fEc5jevHmj3bt3hz+7XC5J0o4dO3Ty5En5/X51d3eH9ycnJ6u2tlYul0sej0cLFy5UTU2NcnNzp7z2yTbRsQgGg3K73erp6ZHValVqaqoaGhq0du3aKa99Mt26dUuS5HA4xmx3uVzhIPu/vyOrVq3SmTNndO7cOZ09e1ZLly7VpUuX/vYFC9NBJGMxU38v+vr65HQ65fP5ZLPZZLfbVV9frw0bNkiaPXNiouMwU+fDeM2WeTEes2VufPnyReXl5fr27Zvi4+O1evVq3blzR/Hx8ZKYEwAAYGqYQqFQyOgiAAAAAAAAgNmMZ9IBAAAAAAAABiOkAwAAAAAAAAxGSAcAAAAAAAAYjJAOAAAAAAAAMBghHQAAAAAAAGAwQjoAAAAAAADAYIR0AAAAAAAAgMEI6QAAAAAAAACDEdIBAAz1/Plz2e12DQ4OGl0KAAAAABjGFAqFQkYXAQD496uoqNC9e/ckSdHR0UpMTFR+fr4OHjyomJiYcbXhcDiUlpamysrK8LZAIKCBgQElJCTIZDL9ltoBAAAA4N8u2ugCAADTR25urlwul4aHh/X27Vs5nU6ZTCYdPnw44jbnzJmj+fPnT2KVAAAAADD9sNwVADBufwVqSUlJysvL0/r169XW1iZJ+vr1q8rLy5Wbm6uVK1eqqKhILS0t4XMrKir04sULeTwe2e122e12dXZ2/s9y1+bmZmVlZenp06cqKChQZmamysrK5PP5wm0NDw+rpqZGWVlZys7O1unTp+V0OnXgwIGpHRAAAAAAmCSEdACAiLx//14vX76UxWKR9Oey1fT0dF29elUtLS0qLi7WkSNH1NHRIUmqrKxUZmamiouL5fV65fV6lZSU9H/bHhoa0vXr13Xq1Ck1Njaqu7tbbrc7vP/atWt68OCBXC6Xbt68qR8/fqi1tfX3dxoAAAAAfhOWuwIAxu3x48fKzMzU8PCwAoGAzGazqqqqJEmJiYkqKysLH+twOOT1evXw4UNlZGTIZrPJYrEoNjb2H5e3BoNBHTt2TEuWLJEk7dq1S5cvXw7vb2xs1L59+7R582ZJUnV1tZ48eTLZ3QUAAACAKUNIBwAYt+zsbB09elQ/f/7UjRs3FBUVpS1btkiSRkZGdOXKFT169Eg9PT0KBoMKBAKKjY2d8HWsVms4oJOkBQsWqK+vT5L0/ft39fb2KiMjI7w/KipK6enpGh0d/cUeAgAAAIAxWO4KABg3q9WqlJQUpaWl6cSJE+ro6NDdu3clSfX19fJ4PNqzZ488Ho/u37+vnJwcBYPBCV8nOnrsf0gmk0m8jBwAAADATEZIBwCIiNls1v79+3X+/HkNDQ2pvb1dmzZt0vbt25WWlqbk5GR9+vRpzDkWi+WX73az2WxKSEjQ69evw9tGRkb07t27X2oXAAAAAIxESAcAiFh+fr7MZrOampqUkpKitrY2tbe368OHD6qurlZvb++Y4xcvXqxXr16ps7NT/f39EQd2JSUlqq2tVWtrqz5+/Kjjx49rYGBAJpNpMroFAAAAAFOOkA4AELHo6GiVlJSorq5OpaWlWrFihcrKyuRwOJSQkKC8vLwxx5eWlioqKkrbtm3TunXr9Pnz54iuu3fvXhUWFsrpdGrnzp2Ki4tTTk6OYmJiJqNbAAAAADDlTCEe8gMAmOZGR0dVUFCggoICHTp0yOhyAAAAAGDCeLsrAGDa6erq0rNnz7RmzRoFAgE1NTWpq6tLRUVFRpcGAAAAABEhpAMATDtms1nNzc1yu90KhUJKTU1VQ0ODli1bZnRpAAAAABARlrsCAAAAAAAABuPFEQAAAAAAAIDBCOkAAAAAAAAAgxHSAQAAAAAAAAYjpAMAAAAAAAAMRkgHAAAAAAAAGIyQDgAAAAAAADAYIR0AAAAAAABgMEI6AAAAAAAAwGCEdAAAAAAAAIDB/gBtWWbsDpwGaQ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data:image/png;base64,iVBORw0KGgoAAAANSUhEUgAABOkAAAHqCAYAAABRDRp7AAAAOnRFWHRTb2Z0d2FyZQBNYXRwbG90bGliIHZlcnNpb24zLjEwLjAsIGh0dHBzOi8vbWF0cGxvdGxpYi5vcmcvlHJYcgAAAAlwSFlzAAAPYQAAD2EBqD+naQABAABJREFUeJzs3Xd4FFUXwOHflvROElroLbRACChFEOmCIk2KUiwIKmADRcRGkaKCoqCfiHRUehUEUXpJ6L2FXpKQ3tuW+f4IWbKkkIQkm5DzPg8Pmdk7d87c3WRnz96iUhRFQQghhBBCCCGEEEIIYTFqSwcghBBCCCGEEEIIIURpJ0k6IYQQQgghhBBCCCEsTJJ0QgghhBBCCCGEEEJYmCTphBBCCCGEEEIIIYSwMEnSCSGEEEIIIYQQQghhYZKkE0IIIYQQQgghhBDCwiRJJ4QQQgghhBBCCCGEhUmSTgghhBBCCCGEEEIIC5MknRBCCCGEEEIIIYQQFiZJOiHEYyUgIABvb2/Tv9u3b1s6JG7fvm0WU0BAgOmx2bNnm/a3b9/eglHet3btWrN4Hzd79uxh0KBBNG3a1HSNzZo1s3RY+fK4P1dCCCGKr/bt25vef2bPnm3pcIQodDnd01tSxpjWrl1r2l8c7xOL42e14kZr6QCEECKjgIAAhgwZYrbPysoKGxsbXF1dqVy5Ms2aNaNPnz5UqFChUGMZPHgwhw4dAqBXr15Mnz69UM9XFNauXcsnn3xi2r548aIFoyl6Fy9eZMSIEeh0ujwfm/H1kJG1tTXu7u7Uq1eP3r1706lTp4IItdQ/V0IIIdJkdW8EoFarcXBwoHLlyrRq1YpXX30VT0/PAjln+/btuXPnDgCjRo3inXfeKZB6i9q4ceNYt25dpv1qtRpnZ2dq1arFs88+S//+/bG2trZAhMXL437vcfv2bTp06GC2T6vVYm1tjaurK15eXjRu3JjevXtTs2bNQo0l42vzySefZOnSpYV6vqLw4N+q//77j0qVKlkwopJJknRCiGJPp9Oh0+mIj4/n9u3bHDx4kJ9//pkRI0YwYsQI1Or7nYKrVKnC2LFjTduurq4WiNicq6urWUxVqlSxYDQP5+PjYxbv42T79u2mBJ21tTWvvPIKbm5u2NjY5LvO1NRUgoODCQ4OZseOHbz11lt88MEHBRVyjh7n50oIIUTOjEYjcXFxnDt3jnPnzrFhwwZWrVpV6F9ipnvrrbeIi4sDoEmTJkVyzoJiNBqJjo7myJEjHDlyhPXr17No0SKcnJwsHZooYnq9Hr1eT2JiIkFBQRw+fJjffvuNl156iU8++cTsHrG43tNnjMnHx8eCkTxccfysVtxIkk4IUax169aNhg0bmm5C9+3bh8FgwGAwMHv2bMLCwpg4caKpfIUKFRg6dKgFI74vNTUVAEdHx2ITU27Url2b2rVrWzqMQpHeKwDSbmI+/PDDfNXj4uLCm2++icFg4Nq1a2zatMmU/Js3bx6vvfZakdx0PM7PlRBCiKyl3xvFx8fz77//cunSJQDCwsJYtGiRWU+owtSvX78iOU9BSk8OxMbGsmXLFm7evAnAmTNnmD17NuPHjy+0c8fHx+Po6Fho9Yu8e+qpp3jqqadITEwkMDCQXbt2kZKSAsCff/5JcHAwP//8MxqNBihe9/QGg4HU1FTs7OyKTUy5UZw+qxVXkqQTQhRrbdq0oXfv3qbtK1euMHz4cNP8BcuXL6dDhw48/fTTQM7drBMTE1mwYAH//fcf169fJzU1FWdnZ8qWLYuPjw+dO3fm6aefZvbs2cyZM8csjnXr1pkNl0iv98Ehsa+//jqzZs3i6NGjREdHs379epycnMy61i9ZsoTmzZtneb3x8fHMmTOHv//+m8jISCpXrszLL7/MwIEDUalUpnI5DcXNaqhCVt37AbP5KdKHszxsqENycjLLly9n69atXLlyhaSkJJydnWnQoAG9evWiW7duZuUffE7+/fdf9uzZw/Lly7l+/TqOjo60b9+esWPH4uLikmW7ZMVgMLBu3To2bdrEhQsXTDe/derUoXv37vTu3RutVptlmwAcPXrUdP15Hc784E2au7s78+bNM8V1/fp1fH19TY9v376df/75hwsXLhAREUFsbCxWVlZUqFCBFi1a8Prrr5tepwX1XD34Gnnrrbf48ccf2b9/P4mJidSqVYuRI0fSsWPHTOc6cuQIP/zwA6dPn8ba2pqWLVvy4Ycf8tNPP2U7NOPixYvMmzePY8eOERoailqtpkyZMlSpUoXGjRszaNAgypUrl+s2FkIIkbWM90avv/46LVu2NH1RdPnyZbOy0dHR/Prrr5w9e5Zbt24RFRWFTqfD2dkZb29vevToQY8ePUz3GFkND50zZ47ZfVH6e012Q2If5X0/KSmJn3/+mU2bNhEREUGVKlUYNGgQrVu3Nnu/yuleKicZ37tfffVVOnbsSHx8PAD//POPWZLOaDSyceNGNm7cyPnz54mLi8PR0ZFGjRoxcOBA2rZta1b3g9f9zz//8O+//7J69Wpu3brF008/zc8//wyAoihs27aN9evXc/bsWaKiorC3t6dixYo0b96cMWPGmA2/DQ8PZ8mSJezevZubN2+i1+spX748rVu3ZtiwYVSsWNEslgeHUs6cOZPZs2ezc+dOoqOjqVy5Mq+99pop0ZqXe4+8vqbS6fV6Fi5cyKpVqwgKCqJ8+fK8+OKLDB06lIYNG5rKTZs2zezeH9LuS37//XeOHz9OeHg41tbW1K5dmxdeeIF+/fphZWWVKfbcaNKkidlr4u7du7z99tucPXsWgF27drFy5UpeeumlLNsp4+tQr9ezbNky/v77b65cuUJiYiJOTk54eHjQoEED2rZty3PPPZflPemhQ4fM2jq93gefx6+//prvv/+e/fv3ExkZyZw5c+jYsaPZsVm1XzqdTse8efNYt24dISEhlC1bll69ejF8+HCz11tOQ3Gz+6yV1Zx3Gdsq/V77YUNi83J/n91zEh4ezqJFi7h06ZLpPvaTTz4psl7Gj0qSdEKIEqVmzZp8//339O3b17Rv8eLFpiRdTt58881Mc4pFRkYSGRnJhQsXSEhIyFU92bl48SL9+/cnMTExX8enpKTwyiuvcObMGdO+K1euMHnyZK5fv85nn32W79gKSlhYGK+99hqBgYFm+yMiItizZw979uxh69atfPfdd2ZvoBl9/PHHHD161LQdGRnJ6tWruXHjBsuWLctVHImJiQwfPpzDhw+b7Y+OjubQoUMcOnSI9evXM2/ePBwcHPJ4lXn3YPLJzc3NbHvTpk1s27bNbJ9Op+PKlStcuXKFDRs28McffxTapL7nzp2jd+/eJCQkmO0bNWoUCxcupGXLlqb9O3fuZNSoUej1eiDtA9PWrVvx9/enevXqWdZ/+fJl+vfvT1JSktn+9GHAAQEBPPHEE5KkE0KIAubk5ISDgwPR0dFA5vef0NBQ5s+fn+m4iIgIDhw4wIEDBwgICGDatGmFFmNu3/d1Oh1vvPEGR44cMe27fPkyEyZMoF27dgUel5ubG9WqVTPdd4WHh5seS05O5u233+bAgQNmx0RFRbF79252797Na6+9xrhx47Ktf/z48WbXki4lJYV3332XXbt2me2PiYkhJiaG8+fPM3LkSFPS5Pjx47z99ttERUWZlb958yZ//PEHmzZt4pdffsl2Eazg4GB69+5NWFiYad/Vq1f5/PPPUavVvPjii9leQ1by+5oaO3YsmzdvNm3funWL77//nhMnTuR4vu+//55ffvnFbJ9Op+PEiROcOHGCLVu2MG/ePOzt7fN0HVkpV64cP//8M507dzb1qFu0aJEpSZeTzz77LFOCOzo6mujoaC5fvsz169d57rnn8h1baGgo/fr1M3se82rUqFFmr7vbt28ze/Zszp49y88//5wpsVrUCuL+/ocffjD7e5OcnMy2bdu4ePEiGzdufKQpboqKJOmEECVOo0aNqFu3LhcuXADg8OHDGAwGU1f0rFy5csWUoFOr1fTs2ZNq1aoRFRXF7du3zZJ3Tz31FPb29vz555/cunULgIYNG5r1EMtqKOO5c+fQarX06NGDqlWrcvXq1TxNQhweHk5sbCwDBgzA2dmZjRs3EhISAsDSpUvp3LkzTz75ZK7ryyh9Do0zZ86wZcsW0/6Mc0LkZj6ZDz/80CxB16VLF2rVqsWBAwc4fvw4ANu2beOXX35h1KhRWdZx9OhRWrZsSZMmTcyG6Rw+fJgTJ06Y9UDLzldffWX2Bt66dWt8fX05ceIE+/btM53nq6++Ytq0aaa527Zs2WK6Ga9cubLppiu/Q0bTe82tWbPGtK9BgwZUrVrVrJyTkxOtW7emRo0auLi4YGVlRXh4OP/++y9BQUHEx8czY8YM5s2bV2DPVUYXL17ExcWFV199leTkZFatWoXBYEBRFH777TdTki4pKYlPP/3UlKDTarX07t0bFxcX1q9fb3qOH7Ru3TpTgq58+fK88MIL2NnZERISQmBgICdPnsxTvEIIIR4uPj6etWvXmhJ0AF27djUro1arqVmzJo0aNcLDwwNnZ2dSUlI4d+4cO3fuRFEU1q5dy0svvUSjRo3o1q0btWvXZu7cucTExAD3hwTmV27f95csWWKW1PL29qZDhw5cuHCBHTt25Pv82YmKiuL69eumbQ8PD9PPU6dONSXorKyseO6556hatSqXLl1i69atKIrCwoULadCgAd27d8+y/iNHjlC7dm3atWuHoiim+9Tp06ebJUoqVKhAx44dcXJy4vLly+zcudP0WHx8PCNHjjQl6Ly8vOjatSu2trZs27aNwMBA4uLieOedd/jnn3+ynFPv1q1b2NjY8NJLL2Fra8uff/5JcnIyAL/99hsvvvhinu498vqaAti6datZgq5y5co899xzBAUFsWnTpmyfo82bN5sl6Fq3bo2fnx8RERGsW7eOxMREjhw5wrRp05g8eXK29eRFeg/F//77D4Dr169z9+7dHL9oTEhIYOPGjabtLl26UL9+feLi4kzz3KV72D0pZD3XXfprtXPnznh7exMUFJTn4dO7d++mR48eVKhQgX/++YerV68CsGPHDjZs2EDPnj3zVF9GY8eO5ebNmyxfvty076233sLZ2RnI3b12Xu/vs3L06FF8fHxo3bo1AQEBHDt2DEhrv3///feREqVFRZJ0QogSqXr16qYkXUpKCjExMZQpUybb8unfhqUfO3XqVLNviwwGgykh5ufnh5+fH7t27TIl6WrXrp2r+RN++OGHTMMH87K0+NSpU003e/379+fZZ581DWFZuXJlvpN06cMz165da3bzlZc5Ic6fP4+/v79p+4033uCjjz4CYOTIkQwcONCUxFm6dGmmRT3SderUidmzZ6NSqXjllVdo1aoVBoMBgNOnTz80SRcVFcX69etN2127dmXWrFmm7ffff5+///4bgA0bNjB27FjT3G2BgYGmG6JHmRPjzp07WfZ68/Hx4Ycffsi0f8qUKeh0Ok6ePMn169eJj4+nfPnytGjRgrVr1wLg7++PTqcrkOfqQSqVikWLFlG/fn0AbGxsWLx4MYBZz80dO3YQERFh2v7ss89MN419+/alW7dupgReRhl/vwYOHMjw4cPNHk//oCeEEOLRffLJJ5mGy9nZ2fHOO+9kGrJYq1YttmzZQlBQEKdPnyY8PBytVkuzZs04e/Ysd+/eBWDv3r00atSIp59+mqeffprff//d9Lf7wSGBeZXb9/1Vq1aZjvHy8mLlypXY2toC2a/SmlfpPcDS56RLH+qaHiek9drJ+OXbxIkT6dOnj9n2H3/8AcCCBQuyTdL5+vqyZMkSs547MTExrFy50rRdv359li1bZtYrKDg4GDs7OyBtuo7092UXFxfWrl1r+qJ46NChdOjQwTQqZN26dVmuAgzw3Xffme5PK1SowNSpUwG4du2aaThhbu898vqaAvPn1t7enpUrV5ru26tUqZJpmpl0v/32m+nnnj178vXXX5u2n3jiCd5//31TO40ZM6bA5gN+cOTAw5J0er3e9Jp2dHRkxowZZl/UK4pi+jzwKPek48eP55VXXsnz9aR7//33eeuttwAYNmwYHTt2NCWAV6xY8UhJuqFDhxIQEGCWpOvbt2+uV3fNz/39gz2HIa0zxx9//IGVlRU6nY62bduafodOnz4tSTohhCgsiqLkqXzNmjVxdXUlOjqaK1eu0KlTJ+rXr0+1atXw9vamZcuWeHl5PVJMderUyXJ+r9yysrIy661XqVIl/Pz8CAgIADDNj2EpD/ai6tWrl+lnjUZD9+7dTWWio6O5du1alsvXv/TSS6YEqaurK25ubqYhJrlJ5pw6dcp0I/RgHOnb6W/iBoOBU6dOZZo3pjC4u7vz3nvvZfk62rhxI1OnTs00VCWj1NRUoqKiKFu2bIHH5uvra0rQgfnNZ8Y2z5iwA+jRo4fp56pVq+Ln55dpyDhAs2bNTPOVzJo1ix07dlC9enWqV69O48aNadasWY49XYUQQjyajh07MmDAgEz7o6KiGDduXKahlQ9KT6wUhty87yckJHDt2jXTMc8++6wpQQfQu3fvAknSffPNN1nur1+/vmlOvZMnT5p9ITV+/PhsF5Q4f/48SUlJpqRaRq+//nqmoXUnTpwwq3vYsGGZhu1lnDcrvRcQpLVVTvPwHT9+PMskXdmyZc3uTx9MQMXGxuapR1Z+XlMZ7y+efvppsy/We/funWWSLikpifPnz5u2169fb5bEyUiv13Pq1KlHmrYmo7x+znBxcTEl3uLj4+nQoQM+Pj5UrVrV9DmjcuXKjxSTi4sLAwcOfKQ6Mt7XOTo60q5dO9OXxefOnXukuh9VQd3f9+3b1zRHoZWVFZUqVTIl6UrKl8aSpBNClEgZhyfY2Ng89JszGxsbZs2axfjx4wkKCuLWrVumXnKQ9kd8zJgxvPbaa/mOKbv5unLL1dU1UyIj49CLuLi4LI978EYifVXZgvbgG5u7u7vZdsZYsyqf7sEk1oPfND5qHA9ux8bGPrTOvEpf3TUiIoINGzYQHh5OREQEb775JvPnzzeb4+3s2bN8/PHHGI3Gh9ZbWM9dbts8Y1s5ODhkmt/F09Mzy/qfffZZXn/9dZYtW0ZqairHjx83S+p6eXkxd+5cWYlWCCEKQLdu3ahbty7Hjx83DY3ctGmTaXXXjCMFPv3004cmU6Dw3n8gd+9BD97jPPh+8+A9xqNSq9U4OTlRq1YtOnfuzMsvv2yKKy8f5BVFITo6OsskXY0aNTLte7Duh/UyyksskZGRWe7Pqf2BXN2fZJSf11TG5/fB5za7e4vY2Ng8Jcuyu/78yPg5AzLPPZyVGTNmMGbMGC5fvkxoaKhpuCykvd6GDBnySCsvV65cOdv5nnMrp3v35ORkUlNTM70+isvnjNze3z/q54ziQJJ0QogS5/Tp06ahrpDW3T2rYZUPatmyJf/99x9nz57lwoUL3Lhxg+PHj3PkyBF0Oh3ffPMN7du3zzSfWG496oS10dHRmebWyziJccZ5RjLegKfPK5Luxo0bjxRHdh5cgS0iIsKsm3nGWLMqn+7BG4y8TlKbVRw5bafPhVGQMq7u2r9/f3r27EliYiIGg4GJEyfy119/ma5z69atphtglUrFzJkzadeuHfb29uzevTvT0NDC8OCqZ9m1eca2SkhIIDk52awnQ06TFX/88ceMGDGCY8eOce3aNa5du8aOHTsIDQ3lzp07TJw4MdcLgwghhMhextVdv/jiC1asWAGkTZuQcV6pxMREs2RKy5YtmTx5MhUrVkSj0fDiiy9y+vTpQo83N+/7D/bkevC9/MF7jPx6cMX6rDx4n/Hqq6/m2Ms9q3nggCwTdw/Wffv2bdOQ0IfF4unpmeOXydmtXJnbe4DcyO9rysnJyTR34oPPbXb3Fg+2a/v27bNdHAPS5gQuCHfv3jXNfwZpX8LnJklXt25dNm/ezMWLFzl37hzXr1/n3Llz7NmzB6PRyKJFi2jXrh0tWrTIV1wFsTBGRESE2esk4++VjY2NKaFVXD5n5LSd3f39o37OKA4kSSeEKFGuXr3K6NGjzfblpvdbSkoKt2/fpmbNmvj4+ODj4wOkfaPyxBNPEBcXh9Fo5MKFC6YkXcY/8g+uWlkYdDodW7ZsMc1tcvv2bbNhDhlvPjK+MZ0/f970zdfdu3dzHA7y4BtXdkM0suLn52e2vW7dOtOcdAaDwWziX1dX10fuWZidRo0aodFoTF3i161bZ9bdPeP1azSaHG9+C0LVqlV5/fXXTUM1rl27xqZNm0zd9DNO6O3k5ETXrl1NSeX0bvtZeZTnKr8aNmxotr1582bTPDw3btwwez1mdOvWLVxcXHB2dqZt27am56N169amBUQsPVxbCCEeRx9++CFbtmwx9VT6+eef6d69OxqNhri4OLPhY88884xpyN3Vq1dzTFgV9T2Qo6Mj1atXNw153b59O++++64paZA+JK8oNG7c2Ow+Q6vVZjlf2O3bt7l27Vqehor6+vqi1WpNQ15/++032rVrZ/b+fvfuXcqUKYOVlRVNmjQx3StERUXx1FNPUbduXbM6FUXh4MGDjzycEh5+75Hf11TDhg1Nia99+/YRExNjSspk99za29tTr14905DX6OhohgwZkinpGBcXx549ewqkt35oaCijRo0ym2s3t6Nszp8/T7169fD29jabt/iFF14wtcu5c+dMSbqi/h2DtLnc0ueki4+PN1ukJLvPGdeuXSM2NhZnZ2fi4uL4/fffs63/wdfPgwm+nBS3+3tLkiSdEKJY27t3L1FRUcTHx3P+/Hn27t1rNpfHwIEDad269UPriY2NNa1Y5uPjQ9myZbG1teXo0aNmXfAzvill/NZs9+7dzJgxAzc3N9zc3EzfYBe08ePHc+TIEdPqrumLRkDaHAvpfHx82L59O5CWPOnduzc1atQgICDALCn0oAe/CRwzZgxNmjRBrVbTo0ePHIeT1K1bl5YtW3Lw4EEg7cby1q1b1K5dm/3795sNbxw8eHCuejfmh5ubG7169WL16tVAWqIrLi4u0+pPkDb3RlaTyha0IUOGsGDBAhITEwH49ddf6dGjB2q12ixZGRsby/Dhw2nSpAnHjh0zi/VBj/Jc5VeHDh1wd3c3fVv55ZdfcurUKZycnFi/fn2Wi0ZA2nPw448/0rx5c6pWrYqnpydJSUn89ddfpjKF0aNRCCFKO2dnZwYOHGhaAfPGjRumL/zc3d1xdnY2DQv73//+R0REBHq9nrVr1+Y4bK1cuXKmHjPr1q3D1tYWBwcHqlSpYlpgoaD169fPtDDA9evXGTBgAM888wwXLlwwGzpY2FxdXenTp49pgYfffvuNM2fO0KRJE2xsbLh79y4nT57k3Llz9OrVizZt2uS6bhcXF/r162daeOLs2bM899xzdOjQAWdnZ65fv8727dvZt28fVlZW9O7dm//9739ERUWh1+t56aWXePbZZ6latSqpqalcu3aNQ4cOER4ezpIlSx45Ufewe4/8vqb69etnuueJjY2lX79+PPvsswQHB5utivqgoUOH8uGHHwJp8/O98MILtGvXDhcXF6Kjozl37hxHjx6lbNmy+VoQ4Pjx48yfP5+kpCQCAwPZtWuXWWKpXbt2ZvffOenXrx9ly5alWbNmlC1bFkdHRy5cuGCWuMzYOzBjW589e5avvvqKChUqYGVlle0CII9q1qxZXL16lYoVK7Jt2zazuZL79etn+jm9MwOkJfN69uxJo0aNOHbsWI7zVz74+pk4cSJt2rRBo9HQvn37HL/AL47395YiSTohRLG2ZcsWs1Wm0mm1WkaOHGn6Nii3AgMDCQwMzPKxRo0a8cQTT5i2O3XqZPrWJikpiXnz5gFpqzIVRpLOzc0NDw8Ps1WR0r388stmkwW/+OKLLFiwwJSQS78utVpN69ats03+NGnSBE9PT9PQgv/++8904/vkk08+NPHz7bff8uqrr3L58mUAtm3bxrZt28zKdOnSJc/PS159+umn3Lhxw7RM+759+zJds5+fH5999lmhxpHOxcWFAQMGsGDBAiDt2+StW7fSrVs3evfuzcKFCwkNDQXSEs979+4F0ibBza7n46M+V/lha2vLlClTGDVqFHq9Hp1OZ3o9uri4mG6UIPPwAZ1Ol+XzkO6NN94o8HiFEELAK6+8wuLFi029cebOncvzzz+PVqtl2LBhzJw5E0jrifTrr78CaYtdeXl5ZdvLuVOnTqaFgiIjI/npp5+AtJ5ThZWkGzx4MP/99x9HjhwB0hIX6fE9/fTT7Nmzx1S2sL4ITDd+/Hhu377NgQMHgLShxBlXuH8U48aN486dO+zevRtIWzF+yZIlWZZ1cnLi559/ZsSIEURFRZGYmFiovQpzc++Rn9dUly5deO6559i8eTOQloRNTyzn9Nx2796dwMBA5s6dC6TdX129erXArnf//v3s378/036VSsXAgQP5+OOP8/Rau337tmkV1wdVqlSJZ5991rTdsWNHfv75Z4xGI0aj0bQAl729faEl6Z544gk2bNiQaf8zzzxjtrJrp06dqFatmmluvjt37nDnzh0A2rZta3rtPqhSpUrUr1/ftAjFoUOHTH9HvLy8HjrKprjd31tK4f51E0KIAqDRaHBwcKBSpUq0bNmSd955hx07djBixIhcv3G6uLjwxRdf8Pzzz1OrVi3TIg2Ojo40bNiQ9957j0WLFpl10+7QoQNffPEFNWvWzNS1vjDY29vzxx9/MHjwYMqVK4eVlRXVq1fn008/5YsvvjAr6+7uzrJly3j66aext7fH3t6eFi1asHTp0hy/SbS2tmbevHm0bt06T8Mz0nl6erJ69WrGjRtHkyZNcHJyQqvVUqZMGdq0acP333/Pjz/++MgT2z6Mvb09ixYt4quvvqJ58+a4urqi1WpxcXHhySefZNKkSSxdujTTimmF6fXXXzebnHbu3LkoioKrqyt//PEHnTt3xtHREVtbW3x8fJgzZ06mlasyetTnKr/atWvHokWLePLJJ7G1tcXZ2ZkOHTqwYsUKszgy9ozr0KEDI0eOpFWrVnh5eWFnZ4dWq8XT05NnnnmG//3vfwwePLjIrkEIIUqTMmXK8OKLL5q2AwMDTb3thw8fzhdffEG1atWwsrLC09OTfv36PfQ9cuDAgbzzzjsFMll9bllZWfHbb78xbNgwypcvb7oP+uSTT3j77bfNymY3D1xBsbOzY/78+cycOZO2bdvi4eGBVqvF1taWKlWq0KVLFyZPnsy4cePyXLeNjQ1z585l1qxZtGvXDk9PT6ysrHB0dKROnToMGTLEbD5YPz8/Nm/ezIgRI2jQoAGOjo5oNBqcnZ1p0KABgwYNYuHChWZfNOdXbu498vua+uabbxgzZgxVqlTBysoKLy8vRowYwYQJE8zKPfjcjh49mj///JMXXniBSpUqYW1tjZWVFeXKlaN169aMHj2aRYsW5fua1Wo19vb2VKhQgSeeeIJhw4axdetWPv/880yLKORkwoQJ9O7dG29vb8qUKYNWq8Xe3h5vb2/eeOMNVq1aZXZt9erVY+bMmTRo0CDTKsCF5bfffmPEiBFUqlTJ9ByMGjWK2bNnm335amNjw6JFi+jatSvOzs7Y2NjQuHFjfvrppyyHfmc0e/ZsOnXqhKura57ngyuO9/eWoFJKyhIXQgghhCh0KSkpWd4s3r17l27duhEfHw/ABx98UOg9JoUQQpQuDy5YlO7rr7829Va3t7cnICAgTwkUYXnZPbfLli1j8uTJpu09e/bkaqEGIR5XMtxVCCGEECZ79+5lxowZPP/881SrVg07OzuuX7/OsmXLTAk6e3t704ISQgghREEZMmQIlStXpmnTplSoUIGYmBj27t1rGiYJMGDAAEnQlUBjx44lNTWVp556iooVK5KUlMSRI0dMc5BB2rBYSdCJ0k6SdEIIIYQwc+3aNWbPnp3lYw4ODnz//fd4enoWcVRCCCEedykpKfz1119mCw9l9Mwzz/DBBx8UcVSiIOj1enbu3Gm2omhGjRo1MutRJ0RpJUk6IYQQQph4e3vz0ksvceTIEUJDQ4mPj8fOzo6qVavy1FNPMXDgQMqXL2/pMIUQQjyGBg0axNatWwkMDCQ6OhpFUShTpgwNGzbkhRdeoEuXLpYOUeRTr169UKlUnDt3zrRaraurK3Xr1qVr16706NGjyOY/FKI4kznphBBCCCGEEEIIIYSwMFndVQghhBBCCCGEEEIIC5MknRBCCCGEEEIIIYQQFiaDvguI0WhEr9ejVqtRqVSWDkcIIYQQQjxmFEXBaDSi1WpRq+W7diGEEOJxI0m6AqLX6zl9+rSlwxBCCCGEEI85Hx8frK2tLR2GEEIIIQqYJOkKSPq3mT4+Pmg0GovFYTAYOH36tMXjsDRph/ukLe6TtrhP2uI+aYs00g73SVvcJ21xX3Foi/QYpBedEEII8XiSJF0BSR/iqtFoisVNbHGJw9KkHe6TtrhP2uI+aYv7pC3SSDvcJ21xn7TFfcWhLWRqFSGEEOLxJF/DCSGEEEIIIYQQQghhYZKkE0IIIYQQQgghhBDCwiRJJ4QQQgghhBBCCCGEhcmcdEXMYDCg0+kKtX6A5ORki8+XYknSDveVpLawsrIq9jEKIYQQQgghhBCFQZJ0RURRFEJCQoiOji7082i1Wm7cuFGqJxWWdrivpLWFq6sr5cuXLxGxCiGEEEIIIYQQBUWSdEUkPUFXtmxZ7O3tCy0BoSgKSUlJ2NnZleokh7TDfSWlLRRFITExkdDQUAAqVKhg4YiEEEIIIYQQQoiiI0m6ImAwGEwJOnd390I9l6IoGI1GbG1ti3VCprBJO9xXktrCzs4OgNDQUMqWLStDX4UQQgghhBBClBqycEQRSJ+Dzt7e3sKRCFH8pf+eFObcjUIIIYQQQgghRHEjSboiVNx7MQlRHMjviRBCCCGEEEKI0kiSdEIIIYQQQgghhBBCWJgk6YQQQgghhBBCCCGEsDBJ0olcOX78OPXq1WP48OGWDqXUmD17Nj169MjXsStWrGDw4MH4+flRt25d4uLiMpWJjo5mzJgx+Pn50axZM8aPH09CQoJZmQsXLvDyyy/j4+ND27ZtmTdvXqZ6Fi1aRJcuXWjUqBFt27Zl6tSppKSkZBnXr7/+ire3N1OmTMnXdQkhhBBCCCGEEI8rSdKJXFm9ejWDBg3i8OHD3L17t1DPpSgKer2+UM/xuEtKSqJNmza89dZb2Zb58MMPuXz5MgsXLuSXX37hyJEjfPHFF6bH4+PjGTp0KBUrVmTt2rWMHTuWOXPmsGLFClOZTZs2MXPmTEaNGsWWLVuYMmUKW7Zs4bvvvst0vlOnTrF8+XK8vb0L9mKFEEIIIYQQQojHgCTpxEMlJCSwZcsWXnrpJZ555hnWrVtnemzMmDG8//77ZuV1Oh3Nmzdn/fr1ABiNRubOnUv79u1p1KgRL7zwAlu3bjWVDwgIwNvbm927d9O7d298fHw4evQoN2/e5O2336ZVq1Y0adKEPn36cODAAbNzhYaGMnz4cBo1akT79u3ZtGkT7du3Z/HixaYysbGxfPrpp7Ro0QI/Pz+GDBnChQsXcrzmkJAQRo8ezZNPPomvry+9e/fm5MmTpsf/+OMPOnbsSMOGDenSpYvpWgFu376Nt7c358+fN4vB29ubgIAAs2s+ePAgvXv3pnHjxgwYMICrV68CsHbtWubMmcOFCxfw9vbG29ubtWvX5hhzRq+++irDhw+ncePGWT5+5coV9u7dy1dffUXjxo1p1qwZn332GZs3bzYlYTdu3IhOp2Pq1KnUrl2b5557jsGDB7Nw4UJTPcePH8fPz4/u3btTqVIlWrduzfPPP8+pU6fMzpeQkMBHH33EV199hYuLS66vQwghhBBCCCGEKC0kSWdpCQnZ/0tOzn3ZpKSHl82nv//+mxo1alCjRg1eeOEF1qxZg6IoAHTv3p2dO3eaDZPct28fycnJdOzYEYC5c+eyfv16Jk6cyObNm3n11Vf56KOPOHTokNl5Zs6cyZgxY9iyZQve3t4kJibStm1bFi1axLp160w9w4KCgkzHfPzxx4SGhrJ06VJmz57NypUriYiIMKv3vffeIyIignnz5rF27VoaNGjAK6+8QnR0dJbXm5CQwKBBg7h79y4///wzGzZs4I033sBoNAKwfft2pk6dymuvvcamTZsYMGAA48ePx9/fP89t+/333zNu3DjWrFmDRqNh/PjxAHTr1o3XX3+d2rVrs2/fPvbt20e3bt0AGDduHIMHD87zuTI6fvw4zs7O+Pj4mPa1atUKtVptSrCdOHGCZs2aYW1tbSrTunVrrl27RkxMDABNmjTh7NmzpmNu3brF7t27adu2rdn5Jk2aRNu2bWnVqtUjxS2EEEIIIYQQQjyutJYOoNRzdMz+sW7dYPPm+9tly0JiYtZl27aFXbvub1evDuHh5mXuJdbyavXq1bzwwgsAtGnThri4OA4dOkTz5s1p3bo1dnZ2bN++nZ49ewLw119/0b59exwdHUlNTWXu3LksXLiQJk2aAFC5cmWOHj3KihUrePLJJ03neffdd3nqqadM266urtStW9e0/f777/Pvv/+yY8cOBg0axJUrVzhw4ACrV682JZu++uorOnfubDrm6NGjnDp1ioMHD5qSTR9//DH//vsv27Zto3///pmu96+//iIyMpLVq1fj6uoKQNWqVU2Pz58/n169ejFw4EAAqlevzokTJ1iwYAEtWrTIU9t+8MEHpjYYPnw4w4cPJyUlBVtbW+zt7dFoNHh6epod4+npaUoY5ld4eDhlypQx26fVanFxcSEsLMxUplKlSmZlPDw8TI+5uLjQvXt3oqKiePnll03DlAcMGGA2zHbz5s2cO3eO1atXP1LMQgghhBBCCCHE40ySdCJHV69e5fTp0/z0009AWiKnW7durF69mubNm6PVaunatSubNm2iZ8+eJCYm8t9//5nmJLtx4wZJSUm8/vrrZvXqdDrq1atnti9jry5I69E2Z84cdu3aRVhYGAaDgeTkZFNPumvXrqHVamnQoIHpmKpVq5oNp7xw4QKJiYk0b97crO7k5GRu3ryZ5TWfP3+e+vXrmxJ0WbXJg8k9Pz8/lixZkmX5nGScny09GRcREUHFihWzPWbMmDF5Pk9hCQgIYO7cuXz55Zc0atSImzdvMmXKFH766SdGjhxJcHAwU6ZMYcGCBdjY2Fg6XCFEKXHz5k3CH/yiKg8MBgOXLl3CaDSi0WjyXY+HhwdVqlTJ9/FCCCHEo/j999+ZP38+YWFh1K1bl88//5xGjRplWXbt2rV88sknZvusra05ffp0UYQqhLhHknSWFh+f/WMPfjAIDc2+rPqBkcvXroFKlf+47lm9ejV6vZ42bdqY9imKgrW1NV988QVOTk50796dwYMHExERwf79+7GxsTGVT7zX82/u3LmUK1fOrO6MwygB7OzszLa//vprDhw4wMcff0yVKlWwtbXl3XffRafT5Tr+xMREPD09Wbp0aabHnJycsjzG1tY21/VnRX3vuVAy9FzMbiEMrfb+r6Dq3vP1qL3kcsPDw4PIyEizfXq9npiYGFOy0MPDI9OH3PTt9B51P/zwAy+88AJ9+/YFMA1T/uKLL3j77bc5e/YsERER9O7d21SHwWDg8OHD/P7775w+ffqRPgALIcSDbt68iXfdeiQnZdPzvAjZ2tlz8cJ5SdQJIYQoclu2bGHatGlMnDiRxo0bs3jxYoYOHcrWrVtxd3fP8hhHR0ezucNVBfB5UgiRN5KkszQHh8Ir+4h/VPV6PRs2bGDcuHFmw1ABRo4cyV9//cVLL72En58f5cuXZ8uWLezZs4dnn30WKysrAGrWrIm1tTVBQUFmQ1tz4/jx4/Tq1YtOnToBaT3r7ty5Y3q8evXq6PV6zp07R8OGDYG0nnvp86UB1K9fn/DwcDQaTaahm9nx9vZm1apVREdHZ9mbrkaNGhw7doxevXqZ9h07doxatWoBmIaRpg8bBcwWkcgtKyurQkvYNWnShNjYWM6cOWNqO39/f4xGo+nbNV9fX2bNmoVOpzM9nwcOHKB69eqm3orJycmmpGS69KSboii0aNGCTZs2mT3+ySefUKNGDYYNGyYJOiFEgQsPDyc5KRGfPmNw8KxssTgSwm5xes1MwsPDJUknhBAiS4cPH2b+/PmcOXOGsLAwfvrpJ9O83tkJCAhg+vTpBAYGUqFCBd5++22zL8TTLVy4kH79+tGnTx8AJk6cyK5du1izZg3Dhw/Psm6VSpVpqh0hRNGSJJ3I1q5du4iJieHFF1/M1Ousc+fOrF69mpdeegmA559/nuXLl3P9+nWzlVUdHR15/fXXmTZtGoqi0LRpU+Li4jh27BiOjo5mia4HVa1ale3bt9O+fXtUKhWzZs0yS1rVrFmTVq1a8cUXXzBhwgS0Wi3Tp0/H1tbW9K1Pq1at8PX1ZeTIkXz00UdUq1aN0NBQdu/eTceOHTMNsQV47rnn+OWXXxg5ciSjR4+mbNmynDt3jrJly9KkSRPeeOMN3n//ferVq0erVq3YuXMn27dvN616amtri6+vL7/++iuVKlUiIiKCWbNm5bn9vby8uH37NufPn6dcuXI4OjpibW3NzJkzuXv3Lt988022x4aFhREeHm4a0hsYGEhkZCQVK1bE1dWVmjVr0qZNGz7//HMmTpyITqdj8uTJPPfcc6Yej927d+enn37i008/ZdiwYQQGBrJkyRKzbvDt2rVj4cKF1K9f3zTc9YcffqBdu3ZoNBocHR2pU6eOWWz29va4urpm2i+EEAXJwbMyzhVrWToMIYQQIluJiYl4e3vTp08fRo0a9dDyt27d4s0332TAgAHMmDGDgwcP8tlnn+Hp6Wk28ik1NZWzZ8/y5ptvmvap1WpatWrF8ePHc4ynXbt2GI1G6tevz+jRo6ldu/ajXaQQIk8kSSeytXr1alq1apXlsNAuXbrw22+/ceHCBerWrcsLL7zAL7/8gpeXF02bNjUr+/7771OmTBnmzp3L7du3cXJyon79+maLC2Rl3LhxjB8/ngEDBuDm5sawYcPMVpGFtCGxn376KQMHDsTT05PRo0dz+fJl01BalUrFr7/+yqxZs/jkk0+IiorCw8ODZs2amYZsPsja2poFCxbw9ddfM3z4cAwGAzVr1uTLL78EoGPHjowfP54FCxYwdepUvLy8mDp1qtm8d1OnTuXTTz+ld+/eVK9enY8++ijTvHwP06VLF7Zv386QIUOIjY1l2rRp9O7dm7CwMIKDg3M8dvny5cyZM8e0/cYbbwCY6gCYMWMGkydP5pVXXkGtVtO5c2c+++wz0zFOTk7Mnz+fSZMm0bt3b9zc3BgxYoTZfHxvv/22KYF69+5dypQpQ7t27fjggw/ydK1CCCGEEEKUNm3btqVt27a5Lr98+XIqVarEuHHjgLROC0ePHmXRokVmSbqoqCgMBkOmYa3u7u5cvXo1y7qrV6/O1KlT8fb2Ji4ujgULFjBgwAA2b95M+fLl83F1Qoj8UClKPpf8FGYMBgMnTpzA19c30xC+5ORkrl27RvXq1R95vrOHURSFxMRE7O3tS+UcAiEhIbRt25aFCxfSuHHjUtsOGZW010Rh/r7k9Hta2khb3CdtkeZxaYdjx47RtGlTWrw1y6I96WKDLuP/y/scPXoUPz8/i8XxqB6X10VBKA5tURxiEEIUDm9v74cOdx04cCD169fn008/Ne1bs2YNU6dO5ejRo6Z9d+/e5emnn2b58uU0adLEtP+bb77h8OHDrFq16qHx6HQ6unXrxnPPPcf777+fv4sSQuSZ9KQTJdrBgwdJTEykTp06hIWF8e233+Ll5UWzZs3ytMCEEEIIIYQQQhRn4eHhmUYDeXh4EB8fT3JysukLbjc3NzQaDREREWZlIyIish1N9CArKyvq1atnmj5HCFE01A8vIkTxpdfr+f7773n++ecZNWoUZcqUYenSpaaFDoQQQgghhBCiNLG2tqZBgwYcPHjQtM9oNHLw4EGznnU5MRgMXLp0SRaSEKKISU86UaK1adPGbP6FdDKKWwghhBBCCJFfeV15NSAggCFDhmTav2/fvgJLdHl4eBAeHm62Lzw8HEdHx0zTxLz22mt8/PHHNGzYkEaNGrF48WKSkpJM81OPHTuWcuXKMWbMGADmzJmDr68vVatWJTY2lvnz5xMUFETfvn0LJHYhRO5Ikk4IIYQQQgghhMggryuvptu6dSuOjo6m7QcXb3gUvr6+7Nmzx2zfgQMH8PX1zVS2W7duREZG8uOPPxIWFka9evX47bffTMNdg4ODUavvD6yLjY3l888/JywsDBcXFxo0aMDy5cupVUtWSheiKEmSTgghhBBCCCGEyCCvK6+mc3d3x9nZOVdlExISzOZ8u337NufPn8fFxYWKFSsyc+ZM7t69yzfffAPAgAED+P333/nmm2/o06cP/v7+/P3338ydOzfL+gcNGsSgQYOyfGzp0qVm2+PHj2f8+PG5ilsIUXgkSSeEEEIIIYQQQhSAnj17kpqaSu3atRk1ahRNmzbNtuyZM2fMhshOmzYNgF69ejF9+nTCwsIIDg42PV65cmXmzp3LtGnTWLJkCeXLl+err77KcvofIUTJJEk6IYQQQgghhBDiEXh6ejJx4kQaNmxIamoqq1atYsiQIaxcuZIGDRpkeUzz5s25ePFitnVOnz49y2PWr19fUGELIYoZSdIJIYQQQgghhBCPoEaNGtSoUcO07efnx61bt1i0aBHffvutBSMTQpQk6ocXEUIIIYQQQgghRF74+PiYzTknSq/Zs2fj7e1t9u/ZZ5/N8Zi///6bZ599Fh8fH7p3787u3buLKFphSdKTzsJu3ryZaRntR6EoCsnJydja2qJSqcwe8/DwoEqVKgV2LiGEEEIIIYQQWbtw4QKenp6WDkMUE7Vr12bhwoWmbY1Gk23ZY8eOMWbMGEaPHk27du3YtGkTI0eOZO3atdSpU6cowhUWIkk6C7p58ybedeuRnJRYJOeztbPn4oXzJSpRd/v2bTp06MD69eupV6+epcMRQgghhBBClAJ5XXl10aJFVKpUidq1a5OSksKqVavw9/dnwYIFlroEUcxoNJpcJ22XLFlCmzZteOONNwB4//33OXDgAMuWLWPSpEmFGaawMEnSWVB4eDjJSYn49BmDg2flQj1XQtgtTq+ZSXh4eIlK0gkhhBBCCCFEUcvryqs6nY6vv/6au3fvYmdnR506dVi4cCEtWrQo8thF8XTjxg1at26NjY0Nvr6+jBkzhooVK2ZZ9sSJE7z66qtm+1q3bs2///5bBJEKS5IkXTHg4FkZ54q1LB1GloxGI/Pnz2flypUEBwfj4eFB//79efvtt7l48SJTpkzhxIkT2NnZ0blzZ8aNG4eDgwMAgwcPpm7dunz66aem+kaMGIGzs7NppaL27dvTr18/bty4wdatW3FxceHtt9+mf//+AHTo0AFIW8oc4Mknn2Tp0qVF2AJCCCGEEEKI0iavK68OGzaMYcOGFXZYooRq1KgR06ZNo3r16oSFhfHTTz8xcOBANm3ahKOjY6by4eHheHh4mO1zd3cv0KmyRPEkC0eIHM2cOZN58+YxYsQItmzZwowZM/Dw8CAxMZGhQ4fi4uLC6tWrmTVrFgcOHGDy5Ml5PsfChQtp2LAh69ev5+WXX2bChAlcvXoVgFWrVgFp3cf37dvH7NmzC/T6hBBCCCGEEEKIwtS2bVu6du1K3bp1adOmDb/++iuxsbH8/ffflg5NFDOSpBPZio+PZ8mSJXz00Uf06tWLKlWq0KxZM/r27ctff/1FamoqX3/9NXXq1KFly5Z88cUXbNiwIc/Z/aeffpqBAwdStWpVhg0bhpubGwEBAQCUKVMGAFdXVzw9PXF1dS3oyxRCCCGEEEIIIYqMs7Mz1apVy3b1Xw8Pj0yfqyMiIjL1rhOPH0nSiWxdvXqV1NTULOdRuHLlCt7e3tjb25v2+fn5YTQauXbtWp7O4+3tbfpZpVLh4eFBRERE/gMXQgghhBBCCPFIFEXBYFTQGYyk6o3oDEb0BiMGo4KiKDkeZ1QUdEaFVKORVKMRvTFtn0iTkJDArVu3sl1IwtfXF39/f7N9Bw4cwNfXtwiiE5Zk0Tnp5s6dyz///MPVq1extbWlSZMmfPjhh9SoUcNUZvDgwRw6dMjsuP79+5utaBIUFMSECRMICAjA3t6enj17MmbMGLTa+5cXEBDA9OnTCQwMpEKFCrz99tv07t3brN7ff/+d+fPnExYWRt26dfn8889p1KhRIV198WdjY/NIx6tUqkx/vPV6faZyGZ+n7I4TQgghhBBCCFEAjHpQjKDSgFrzwGMG7sSmEhGfQnh8KrFJOhJS9MSn6EnSGUjWGUjWGUnRG9AbFRQFPn++PncMeubeCkOtSusJZKNW46BR46jV4KhR46jR4KBR42KlwVmjwdVKg4eVFget+fn19xJ8GpUKjUpVdG1SyL7++mvatWtHxYoVCQ0NZfbs2ajVap5//nkAxo4dS7ly5RgzZgwAQ4YMYfDgwSxYsIC2bduyZcsWzpw5Iyu7lgIWTdIdOnSIgQMH4uPjg8Fg4LvvvmPo0KFs3rzZrIdWv379ePfdd03bdnZ2pp8NBgNvvvkmHh4eLF++nNDQUD7++GOsrKwYPXo0ALdu3eLNN99kwIABzJgxg4MHD/LZZ5/h6elJmzZtANiyZQvTpk1j4sSJNG7cmMWLFzN06FC2bt2Ku7t7EbVI8VKtWjVsbW3x9/encmXz1Wdr1qzJunXrSExMND1Xx44dQ61WU716dSBtqGpYWJjpGIPBQGBgIM2bN891DFZWVqZjhRBCCCGEEELkgqKAUQcqLajvDaBLTYDwSxB2EeKCIS7k3r9giL8LVVpAr7m8+PMBgmOTc32qDzt7E6zXsSIkMs9h2mvUlLPWUsHG+t7/VpSzsaKijTV17G2oZm+Dzb34DfcSeFbqkjcgMCQkhNGjRxMdHU2ZMmVo2rQpK1euNE3vFBwcjDrDdfn5+TFjxgxmzZrFd999R7Vq1fjpp5+oU6eOpS5BFBGLJunmz59vtj19+nRatmzJ2bNneeKJJ0z7bW1ts+0Gum/fPi5fvszChQvx8PCgXr16vPfee8yYMYNRo0ZhbW3N8uXLqVSpEuPGjQPSEkxHjx5l0aJFpiTdwoUL6devH3369AFg4sSJ7Nq1izVr1jB8+PDCuPxiz8bGhmHDhvHtt99iZWWFn58fkZGRBAYG0r17d3788UfGjRvHqFGjiIyMZPLkyfTo0cM0Tr5FixZMnz6dXbt2UblyZRYtWkRsbGyeYnB3d8fW1pa9e/dSvnx5bGxscHJyKozLFUIIIYQQQoiSx2hI6xmnSevgQHIshJyC0PMQfhHCLqX9HxeScz0ulQCo4emQpyTdo0g0GLmWlMq1pNQsH1cBXjZW1HKwpZa9DbXtbfF2sKWOgy1lrNLSGTqjgkYF6mLc8+7777/P8fGlS5dm2te1a1e6du1aWCGJYsqiSboHxcXFAeDi4mK2f9OmTWzcuBFPT0/atWvHiBEjTL3pTpw4QZ06dcwmUGzdujUTJkzg8uXL1K9fnxMnTtCyZUuzOlu3bs3UqVMBSE1N5ezZs7z55pumx9VqNa1ateL48eOFcq0ZJYTdKrbnGDFiBBqNhh9//JHQ0FA8PT0ZMGAAdnZ2zJ8/nylTpvDiiy9iZ2dH586dTYlQgD59+nDhwgU+/vhjNBoNr776ap560UHaUNjPPvuMn376iR9//JFmzZpl+QdMCCGEEEIIIUoFg+5+Qi42GO4cTUvKhZyC4FMQeyd/9SakjYKq6uHA/ivFY45wBbidouN2io5dkXFmj5W11uLrZI+vsz3NnB1o4myP073hszqjEa1KhaoYJ+6EyEqxSdIZjUamTp2Kn5+fWRfO559/nooVK1K2bFkuXrzIjBkzuHbtGnPmzAEgPDw80won6dvpQy2zKxMfH09ycjIxMTEYDIZMw1rd3d25evVqnq4jq2GZBoMBRVFM/zLWb2tnz+k1M/N0jvyytbPH3d09T/O9qVQq3nrrLd566y2z/YqiUKdOHRYvXpzpmPT6tVotX375JV9++WW2Zf777z+zbYD169eb7XvxxRd58cUXMx2bk/QyMrddyWuL9N8Tg8FQ4MOc0+uT4dPSFhlJW6R5XNqhuMVfGH/LitLj8rooCMWhLeR5EKKUypiUCz0PV3fC9X1w8yAk5n2IabbuJekqudo9pGDxEJqq55+IWP6JuD9aq5qdNb5O9jRxtqe1mxP1HGxRq1TojMYSOUxWlD7FJkk3ceJEAgMD+eOPP8z29+/f3/Szt7c3np6evPrqq9y8eZMqVaoUdZgPdfr06Sz3a7VakpKSMBqNpn0eHh4cP3a0yFYydXd3x8PDg8TExCI5X3GQlJRk6RCKjZLSFikpKeh0Oi5cuFBo58ju97Q0kra4T9oiTUlvh0uXLlk6BDOXLl0ym2OmpCrpr4uCJG0hhChseqMejUpzvxdY0HHY/wPc2A9JUYV34qQoFKORCq62hXeOQnY9KZXrSamsD40GwE2roZWbI0+7OdGujBNV7GzSOgQooFVLLztR/BSLJN2kSZPYtWsXy5Yto3z58jmWbdy4MQA3btygSpUqeHh4cOrUKbMy4eHhAKZ57Dw8PEz7MpZxdHTE1tYWtVqNRqPJlCyLiIjI1APvYXx8fNBozFeoSU5O5saNG9jZ2WFra/4Hz9vbO0/1P4yiKCQlJWFnZ1equ/ZKO9xX0tpCrVZjZWVFrVq1Mv2+PCqDwcDp06ez/D0tbaQt7pO2SPO4tEPGL8OKgzp16uDr62vpMPLtcXldFITi0BbpMQghHj96ox6tWktcahz77+xnf9B+DgQdYFX3VZRRqeHCX4UfhKJAcjSeTiU3SfegKL2BzWExbA6LAdLmt2vj5kQbN0c6ebjgrNWgMypYScJOFBMWTdIpisLkyZPZvn07S5cuzbSCaFbOnz8P3E/A+fr68ssvvxAREWEarnrgwAEcHR2pVauWqcyePXvM6jlw4IDpptna2poGDRpw8OBBOnbsCKTd5B88eJBBgwbl6Zo0Gk2mGzeNJu1bEFURjokvynMVZ9IO95WUtkiPM6vfpYJSmHWXNNIW90lbpCnp7VDcYi/p7ZnucbmOgiBtIYQoKOmJuZCEEP65/g87bu3geOhxjMr9L5z239lP18rtiu6De2I4ZezLFdXZitydFB3LQyJZHhKJRgUtXBzp5ulC97KulLW2Qm9UpIedsCiLJukmTpzIX3/9xc8//4yDg4NpDjknJydsbW25efMmmzZtom3btri6unLx4kWmTZvGE088Qd26dYG0BSBq1arF2LFj+eijjwgLC2PWrFkMHDgQa2trAAYMGMDvv//ON998Q58+ffD39+fvv/9m7ty5plhee+01Pv74Yxo2bEijRo1YvHgxSUlJ9O7du+gbRgghhBBCCCHEYyc9MXcn7g6br21m+43tXIjMfpqXg0EH6V6zO7jXgojLhR9g3F1cXB/eeeZxYFBgf3Q8+6Pj+SzwDr5O9nTzdOGFsq5UtbNBryhoS0AnB/F4sWiS7s8//wRg8ODBZvunTZtG7969sbKy4uDBgyxZsoTExEQqVKhA586dGTFihKmsRqPhl19+YcKECfTv3x87Ozt69erFu+++aypTuXJl5s6dy7Rp01iyZAnly5fnq6++ok2bNqYy3bp1IzIykh9//JGwsDDq1avHb7/9lufhrkIIIYQQQggh0sydO5d//vmHq1evYmtrS5MmTfjwww+pUaNGjsf9/fff/PDDD9y5c4dq1arx4Ycf0rZt2yKKumClJ+ZCE0P568pfbL2+lfOR53N1bEBIQNoPzd6AbeMKMco0qvi7OJUtfYkpBTgel8jxuESmXA2mroMtfcq58VKFMnhIDztRhCyapLt48WKOj1eoUIFly5Y9tB4vLy/mzZuXY5nmzZubVg3NzqBBg/I8vDUvits8OUIUR/J7IoQQQgjx+Dh06BADBw7Ex8cHg8HAd999x9ChQ9m8eTP29vZZHnPs2DHGjBnD6NGjadeuHZs2bWLkyJGsXbuWOnXqFPEV5I9iNKLo9eg1sP3GdtYFruNQyCEUlDzVE5oYyo3YG1St1QG2FVKwGSWEYVssZq63rAsJyUy5Gsz0a8G0dXNiQIUydPVwRXMvT6eWHnaikMivXxGwtrZGrVYTFBSEp6cn1tbWhTY3mKIopKSkoFarS8T8Y4VF2uG+ktIWiqKQmppKWFgYarXaNFxdCCGEEEKUXPPnzzfbnj59Oi1btuTs2bM88cQTWR6zZMkS2rRpwxtvvAHA+++/z4EDB1i2bBmTJk0q9JgfhaLXo9JqSbl8GZtatfj3+lbG7X20HnB7b++lYp2+WBVQjDlKCEcr826aGBTYERnHjsg4XLW36VnWlZcrutPIyV5614lCIUm6IqBWq6levTrBwcEEBQUV6rkURUGn02FlZVWsEzKFTdrhvpLWFvb29lSpUgW1Wm3pUIQQQgghRAGLi4sDwMXFJdsyJ06c4NVXXzXb17p1a/7999/CDC3fFEUBRUHR6YjZuJHoFStJPnOGynPn0q7F049cv3+wP4PqD4JqT8P1PQ8/4FEkhKHSaNGqQS8DXMxE6w0sCopgUVAEdR1sec3Lg/7ly2CtVqGCEvFZSxR/kqQrItbW1lSpUgW9Xo/BYCi08xgMBi5cuECtWrVK9cpj0g73laS20Gg0aLVaeYMTQgghhHgMGY1Gpk6dip+fX47DVsPDwzPNDe7u7k54eHhhh5gnitGISq3GEBFBxIIFRK9chTE+3vR41MqVVG77NJ2qdmL7je35Ps+Ru0cwGA1o/IYUTZJOpaKauwOXwxIK91wl2IWEZD6+dJupV4N5qUIZhlXyxMvWGoOioJHPMuIRSJKuCKlUKqysrLCyKryOyukJQFtb22KfkClM0g73SVsIIYQQQojiYOLEiQQGBvLHH39YOpRHkj6kNfX6dSJ+/ZWYzVtAp8tULn73bvRRUQxvNPyRknQJugTORpzFp2orCj39kxAGQA1PSdLlRozewC+3wvj1VhhdPV0YUbksTV0cZCisyDcZTyaEEEIIIYQQolBNmjSJXbt2sXjxYsqXL59jWQ8Pj0y95iIiIjL1ritqil4PQNKJE9wc/iZXuz1HzPoNWSboANDriV61mjrOtXCycnqkc++7sw+DU1lQF3I/m4S0dq9SxqFwz/OYMQKbw2J47lgg3Y5e4r/IWAD0xrwtFCKEJOmEEEIIIYQQQhQKRVGYNGkS27dvZ/HixVSuXPmhx/j6+uLv72+278CBA/j6+hZSlDlT9HoUo5G4HTu41rcfNwYNJmFP7oadRq9Zg1qrZVSTUY8Ug3+wP1q1Ffi8+Ej1PNS9nnRebnaFe57H2LHYRF45fY2Ohy/yb4Qk60TeSJJOCCGEEEIIIUShmDhxIhs3bmTmzJk4ODgQFhZGWFgYycnJpjJjx45l5syZpu0hQ4awd+9eFixYwJUrV5g9ezZnzpxh0KBBRRp7es+5uB07ufrc89x59z2ST5/OUx26GzdIPHKU56t1e6RYToedJkmfBD79Hqmeh0qNRzGkUs7ZtnDPUwqciU/i1TOSrBN5I0k6IYQQQgghhBCF4s8//yQuLo7BgwfTunVr078tW7aYygQHBxMWFmba9vPzY8aMGaxYsYIePXqwbds2fvrppxwXmyhIyr05nROPHePai3258+67pF67lu/6olaswNnOlSfKP5HvOvSKniMhRzBUbJLvOnItMRIPR+vCP08pIck6kReycIQQQgghhBBCiEJx8eLFh5ZZunRppn1du3ala9euhRFSthSDAZVGQ0pgIKHffEvCgQMFUm/cP/9gmPAl7/i+w5CtQ/Jdz/6g/Tzl9RTYlYGkyAKJLUsJYbjZVyu8+kup9GSdj6Mdk2t70cLVUVaDFZlITzohhBBCCCGEEKWWYjSiKAq64GBuv/8B13r1LrAEHYCSkkLM+vU0KtMAa3X+e6j5B/ujVqnB75UCiy1LcSE421kV7jlKsdPxSfQ8fpnXTl8jKDkVRVFQFOlZJ9JIkk4IIYQQQgghRKmk6PUYExIImTiJK892JW7rViiEhEn0qtVorKwZ1mhYvuu4En2FqOQoqPd8AUaWmSohFEfJ0RW6v8NjaBVwgQlXgkgwGNFLok4gSTohhBBCCCGEEKVM+qIQMevXc6VTZ6KXL4d7+wpDyoULJF+4wIu1+jxSPfvu7ENftm4BRZWNhHBsNDIEsyjoFIW5t8J40v8ci++EY1AUma+ulJMknRBCCCGEEEKIUkNRFFKvXef6Sy8R/NnnGKKji+S8UctX4G7nTl23/CfZDgYdRGvtCO41CzCyBySEodFoCq9+kUmkzsCngXdod+gCx+MSAWQIbCklSTohhBBCCCGEEI89Ra/HmJRE6PSvudqzJ0nHTxTp+WM3b0bR6Xi/6fv5riMgJCDth2ZvFExQWUkIQ6XR4mQr60wWtUuJKbxwLJCPLt4i0WiUXnWlkCTphBBCCCGEEEI8thSDAYC4//7jSpdniVy8GO7tK0rGuDhi//6b5p5NUefzo3hoYig3Ym9ArY4FHF0GCWEA1PBwKLxziGwpwNKgCFr5n2dbRAwABulVV2pIkk4IIYQQQgghxGNJMRjQR0Rw841h3HnvffShoRaNJ3rVarTWtgysPzDfdey7sw+dW9UCjOoBCeEAVHOXJJ0l3U3VM/TMdV45fZWIVL0k6koJSdIJIYQQQgghhHisKEYjADEbNnC123Mk7Ntn4YjSJB09SurNmwys+3K+6/AP9sdKawPV2hRgZBnc60lXxd2+cOoXebItPJZWAedZGhQBSK+6x50k6YQQQgghhBBCPDYUvR5DTAy33h5B8PhPMcbHWzokM1HLV1DRvgJejl75Ov5wyGEMRgP4DSngyO6515Ougott4dQv8izeYGTcpdu8fPIK0ToDeknUPbYkSSeEEEIIIYQQosRLXw0zfvdurnbtRvzOnRaOKGsxGzYAMLrp6Hwdn6BL4GzEWZSqTxVkWPcZUlFSEyjrLEm64mZHZBxtD11gV2QsICvAPo4kSSeEEEIIIYQQokRT9HqU1FSCP/uc2yNHYYiOtnRI2TJERBC3YwdtK7TOdx377+zH4FQW1IW0AmtiBB6O1oVTt3gk4To9g05d4+OLt0hVFFkB9jEjSTohhBBCCCGEECWWYjSSEhjItR49iV692tLh5Er0ylXY2NjzfI3n83W8f7A/WrUVNHyxgCO7Jz4UVztJ0hVni4Mi6Hj4IoGJyRilR91jQ5J0QgghhBBCCCFKnPShftErV3G9X39Sr1+3bEB5kLB/P7qwMN7weSNfx58KO0WSPgka9S3gyO6JC8HJVlM4dYsCE5iYQpcjl5h3O22xD0nWlXySpBNCCCGEEEIIUaIoBgPo9QSN/5SQCRNQdDpLh5Q3RiPRK1dSw6kqbjZueT5cr+g5EnIEQ0W/QggOVAlhOBTSSFpRsFIVhS8vB/Hm2eukGmX4a0knSTohhBBCCCGEECWGotejDw/n+ksvEbN2raXDybeYtWtBpeY9v/fydfyBoAOo7FzBNu9JvodKCMNKoyr4ekWh2RAaTdejlwhOSZXVX0swSdIJIYQQQgghhCgRFEUh8cgRrvXoSfKZs5YO55Ho7gSRGBDAs1U65et4/2B/1Co1NH2lgCMDEsJQa6QrXUlzPiGZjkcusScyTlZ+LaEkSSeEEEIIIYQQolhTjEYAIn79lZuvDy3Wq7fmRdSKlTjYOtPGq02ej70cfZmo5Cio173gA0sIR6XWUM7ZpuDrFoUqRm9g4KmrzLx+F5B56koaSdIJIYQQQgghhCi2FIMBJTWV2++8S9j3s+Bewu5xEP/ffxhiYxnhOyJfx++7sw+9Z90CjgpISFuIoIaHY8HXLQqdAsy4HsLgU1dJkXnqShRJ0gkhhBBCCCGEKJYUvR5DbBw3Bg0ibvt2S4dT4BSdjui1a6nv6o2t1jbPx/sH+6O1cQT3mgUb2L0kXTUP+4KtVxSp7RGxdD8WSIzeIIm6EkKSdEIIIYQQQgghih1Fr0cXHMz1vn1L/PxzOYlevQa11oqRjUfm+Vj/YP+0H5oNLdigEsMBqOQmSbqS7kx8El2OXOR6coosKFECSJJOCCGEEEIIIUSxohgMJJ87x/W+/dDdvm3pcApV6uXLJJ06RY8aL+T52NDEUG7E3oBa+Vt8IluJkSiKkfLOee/dJ4qf2yk6njsayOGYBAySqCvWJEknhBBCCCGEEKLYUIxG4nft4saQVx6bBSIeJmr5Clzt3Gjk2SjPx+67sw+9W9WCDUgxQnIMZWXhiMdGjN5A/xNX2BAaZelQRA4kSSeEEEIIIYQQotiIWr6c2++8i5KcbOlQikzs1q0oycm85/deno/1D/ZHq7WBanlfITZHCeG4O1gXbJ3ColIVhZHnbvLjjbuWDkVkQ5J0QgghhBBCCCGKhdCZM7k7afJjtYJrbiiJicRs2oSfe2O0am2ejj0ScgSD0QB+Qwo2qPi7ONtZFWydwuIUYOrVYL68fMfSoYgsSJJOCCGEEEIIIYTFhUycRMS83ywdhsVEr1qN1sqGVxu8mqfj4nXxnI04i1L1qQKNRxV/FydrSRk8rubeCmP8pbT5HhWZp67YkN84IYQQQgghhBAWFTxhIlF//mnpMCwq+fRpUi5fYUCd/nk+dv+d/RicykEee+HlKCEMuwKsThQ/C+6E8+GFWyhIoq64kCSdEEIIIYQQQgiLCf5yAtHLl1s6jGIhasUKytqXpYZLjTwd5x/snzZMtuGLBRdMQhhajaQMHnfLgiN4/8JNSdQVE/IbJ4QQQgghhBDCIoK//JLoFSssHUaxEbtpExgMvO/3fp6OOxV+imR9Mvj0LbhgEsJRaayQPN3jb2VIFCPO3cAIGCVRZ1Hy6yaEEEIIIYQQosik99ZJS9CttHA0xYshOprY7dt5qnyLPB2nN+o5HHIYg5dfwQWTEIZKpaJqGfuCq1MUW+tDoxl+9rr0qLMwSdIJIYQQQgghhCgSiqKgUqkI/uILSdBlI3rlKqyt7ehbJ2+94g4EHUBl5wq2bgUTSEIYANU9HQumPlHsbQ6LYeS5G5KosyBJ0gkhhBBCCCGEKBIqlSqtB93KVZYOpdhKDAhAFxzMK/VfydNx/sH+qFVqaJq347KVEA4gPelKmfWh0Yy9eBuVSmXpUEolSdIJIYQQQgghhCgSoTNnSg+6h1EUopavoIpjJcral831YZejLxOVHAX1uhdMHPeSdF6udgVTnygxtoRHE5Scis5otHQopY4k6YQQQgghhBBCFCpFUYhcvISIeb9ZOpQSIWbdOlCp+MDvgzwdt+/OPvSedQsmiJRYFIOOci62BVOfKBEq2ljxl19tPK01REXssHQ4pY4k6YQQQgghhBBCFBqD3og+LIy706dbOpQSQx8aSsLevXSo9EyejvMP9kdj7QDuNQsmkKRIPJ1sCqYuUezVtLNhS9M6VLbRcvrkq5w+/SZBwWtRFOlRV1QkSSeEEEIIIYQQolAYDQoJ0SlYlS1LtXXrQKu1dEglRtSKldjZONK5audcHxMQHJA2l1izoQUTRHwYZeytC6YuUaz5ONrxV9PalNEaOX60N1FRBwC4cOETIiL3oCgGC0dYOkiSTgghhBBCCCFEgTMajMSEJbJiymF2LruAbZ061Pz3X9SOslpobsTv2YM+MpLhjYbn+pi7iXe5GXsTanUsoCBCcLK1Kpi6RLHV0tWBDX61cFClcjigK3HxZ02PKYqe06dHEhd3BqNRb8EoSwdJ0gkhhBBCCCGEKFBGo0JKkp5NP54kNUnPuX1BbPnlNGp3T2ru2IHWy8vSIRZ/ej3Rq1dT27kmztbOuT5s75296NyqFkgIqvhQnKQj3WOtk7szKxrXRG2II+DgMyQn38hUxmhM5uSp4eh0UZKoK2SSpBNCCCGEEEIIUWAURcFoMLLpx5PERSab9l8/Fc76745h0NpSY/NmbBs3tmCUJUP0mrWotVpG+Y7K9TH+wf5YaW2hWutHDyAhHBuN6tHrEcVSn3JuLPKpjiE1jIMHniZVF5Ft2dTUcE6eGgYYURSl6IIsZSRJJ4QQQgghhBCiQG2bd5awm3GZ9t+9Fsvqr4+SmKhQZdkyHDt1skB0JYfuxg0SjxzhuWpdc33MkZAjGIwG8Hsl2zKHQ614a7crrdd74v1nef69nc3iEAlhaDQas12qiGtYr/8Qqx0zzPZbBezF6ZMROI9+HdtVS8yPCQ/F8Yv3ISkx19chCtdQLw9+ql+VpMRrHDzYFqMx4aHHxMWd5vz5cWnzHopCIUk6IYQQQgghhBAF5sDay1w/FZ7t49F3E1k9/QhRd5PwmjULt1eGFGF0JU/UipU427nyZPknc1U+XhfPuYhzKFWfyrZMol6Ft5ueL5vG5lxZQhgqjRYH63uJutQkrI7+geJZ2/yc0dHYLZtLcp9BJLw7HqtDe9GeOmp63O7P+ST3egns7HN1DaJwfVStPFPqVCIm5gQBAZ1QFF2ujw25u4EbN3+TFV8LiSTphBBCCCGEEEI8MqNB4frpcE5sv/XQsomxqaz99hh3LkVT7uNxlP3kkyKIsGSK++cfDAkJjGqS9ZBXwwEDuoU6UmekkjorFd1qHRsPb8TgVBbUWa+m27ZiKm7WRmacdALg0wAXph5zIiXDAp4br9vSdupennjiCRwv/AWA9sQqDJX8MDqWRRV3F3Rpw5nDg+6g2Nmja9YKQ7Va6Os0QB1yBwCrw/tBo0XfpHlBNYnIJxUwpbYXY6qXJzx8F0eO9slXPVeufENU1EGMisxPV9AkSSeEEEIIIYQQxczcuXPp06cPTZo0oWXLlowYMYKrV6/meMzatWvx9vY2++fj41Mk8RoNCklxqfy78Fyuj9GlGPhrzkkuHb6L+ytDqDRnTiFGWHIpKSnErF9PI7cGWKszr+JgvGlE3VSN9hUt2pe0YIDlk5aTmqyDBlknYTZdt2XmSSdGNYwHYFCdBLbctOW7e0m7yBQVnx1y4eM2jsyfP5+EwAA0p9ahSozAULcz6rvnUWydwcoWgLKVKqNKTUV98xqqhHi0N65g9KoCCfHYbFxB0oDXCql1RG5pVTCnXhVe9/IgOHgdJ08NzXddimLg9Jl3SEm+KwtJFDBJ0gkhhBBCCCFEMXPo0CEGDhzIypUrWbhwIXq9nqFDh5KYmPOcXo6Ojuzbt8/0b+fOnUUTsAr+nnualMS8fWA3GhT+XXiOo1uv49SxA9VWrwK1fEx9UPSq1WisrBneaHimx6wGWKFppEHtqUZdTo32eS2pUakcP3UcGvXNsr7j4Vb4eabSvVpaT7h6bnqer5LMqQgrAG7Ha3GyMtKtcjyNGjWiXNXaaK4HoG86EPWdk6BSgZWdqT57Z2cSXxmB/aKfcJg+ntTmT6Nv4IvdmmWkPtMFdUQojlM+xnHSGLRH/QuhhURObNUqFvvUoFc5N27eWsC58x8+cp16fQwnTw1FUXQy9LUAZd33VQghhBBCCCGExcyfP99se/r06bRs2ZKzZ8/yxBNPZHucSqXC09OzsMPLxH/dFe5ee8j8Zjkdv/4qCdEptOnfgJrbt3Ote3eMD0lIPo7OKgrrULgCRAHjUNFCpSLlwgWSz5+nT63ezDlh3uPQcMaA0d+IEqmADagqpU3qf0t3C4NXJ/yDrZl01JmwJDUdKqUw5ckYmnjo2HjdjoMhaT3zLkdr2B1sQ49qSQBUddKTpFdx7lYU5SIiCA48haFqcxQbR6zO/42hfAPU4ZfN4tA3eZL4JvfnzdNcOof6zg2SBryG0+fvkTj0XRRnVxynjyeudj0UZ5fCa0hh4qRR83vjGjR1duDq1RncuPFLgdWdkBDImbMf0LhRwdVZ2slXFEIIIYQQQghRzMXFpa2U6uKSc2IjMTGRdu3a0bZtW95++20CAwMLNS6jwciNMxEc//fmI9d1etcdtv56Bk258tTYuRNtuXIFEGHJkgxUB94k8+qZUctX4G7vQb0y9Uz7jLeMGDYZUDdWYzXcCk0vDco1BWzhpu1NFBsXxhx0Y0CtRFZ0juRMpBUrr9jTvVoy7/rE8/pONwC+P+3Mk2VTeatB2gqfLtYKX7eI4eN9tvTr2xeDXofm2gGsN38GCZForuxBHROE9brRLJj7c+YL0emw+3M+SQOHoQ4NAaMBQ536GMtXxFCuAprrlzMfIwqch5WWjX618XOy5+KFTws0QZcuPHw7N27Mk950BUSSdEIIIYQQQghRjBmNRqZOnYqfnx916tTJtlz16tWZOnUqP//8M99++y2KojBgwABCQkIKKS6FpHhd2jx0SsHUefV4GBtmHUextqfG1q3Y1Kv38IMeI01VKgaq1LRQZU7SxW7ejJKaynt+75n2KXcUcAHNExpUriqUs0rap3wNHAw6SEx0DFEpKl6unUhtFz3tvZK5Eqsh4K41c844UN4+baWIYfXi2R1kw09nHEx1d6qcwqZuEfyzeiHf/vo7+ib9UJzKo3vmPdBYYbRzRddiKKuWLyMuMtIsVpu/16Jv0BhjlRpgNILh/ooUKoMhbZ8oVJVsrNjctDa17K05e2YEwcErCu1cV65+R0JCoMxPVwAkSSeEEEIIIYQQxdjEiRMJDAzk+++/z7FckyZN6NmzJ/Xq1ePJJ59k9uzZlClThuXLlxdabFt/PUNygq5A6wy+HMOab46SnKqi6sqVODzTtkDrL6mM8fHEbtlCc89mqO99lFd5qSAWjJeN6LbqMF4yoiqjQl1bzeXoy6jsVXi6u7Iv2IYkPRwNs8bbVc/ME44oiorRjdN6aHrYGulfK5G55xwxKjDzhCNjD6b12lQnheNduyaawJ3om718f8VYa3uUCg2oXKUa186dMcWpDrqN1ZGDJHfvlxZ3eS9QqbHavwPt6WOoQ4IwVK2Z5TVqAs9h/9PXOH38Fi5v9Ud74rDZ4zabVuH45Qc4vzsE59Gv4zBrMpprOfcWfVidANb/bMLpo2E4fTQM6+2bzI+/Fojj1HFmicbiro69DVua1qGCtZqTxwcSHr69UM+nKKmcOfMuYERRCihjX0pJkk4IIYQQQgghiqlJkyaxa9cuFi9eTPny5fN0rJWVFfXq1ePmzUcfipqVgA1XCbkSUyh1RwYnsGraEWLCU6j008+4vjSgUM5T0kSvWo3W2oaB9QcCoK6sRvOCBv1qPcoxBRIAB9B00QBwIOgAM2fO4Oezjjy3xYN6bjr61EjiRryGWJ2aDw+mDXeddtyZWaec0BtBUSAsWUNwYlodxIWwdtl8jOXqorhWAuVeoXsMej1Gw72ecYqC3e+/kvziYLBJW/kVa2uSXnkb281rsFv6C0kDXkNxK5Pl9alSUjBUqkrSgNezfNxYrgJJA14j7vNvif9wIkZ3Txx+mIIqLvv5EB9Wp/r2DWw3rSRxaNq8ebYbV6C+c+93xmDA7o/fSHr5DdBosj1HcdLEyZ6/mtbBVWvk2JEexMRkTkoWhoTEywRenoYqi16gIvdk4QghhBBCCCGEKGYURWHy5Mls376dpUuXUrly5TzXYTAYuHTpEm3bFmxPNKNB4fbFSI79c6NA631QQnQKa74+QreRjajw+RdYVfQibObMQj1ncZd07BipN28ysO7LLD23FCVMwbDZACrQdNOAFRj2GdBv0qN9Tot/sD+Tn5pMTU87yqmjGeMbz7VYDQoq7DVG3GyNDKydSEV7A6MPutKiXAoaNUxvcT/5euXieXZs34ah8dsAKE5lQWuDoUZr1CHnuHnjGtXq14fgeFCpSPhoUqa49Y2aEteo6UOvT9+wCfqGTbJ9XPdka9PPCpD04hCs9+9EfecGhro++apTExKEoVIVDHUbAmDwqoo65A5GryrYbN+IvlY9DNVqPTT24qC1myNLfWqgNiZy+FA3kpPvFOn5b99egod7e9zcWqJWS7opP6QnnRBCCCGEEEIUMxMnTmTjxo3MnDkTBwcHwsLCCAsLIzk52VRm7NixzMyQtJozZw779u3j1q1bnD17lo8++oigoCD69u1bYHEZjQrJCTq2Lyi4eehykppsYOMPJ7hyLBT3N4bi9d13hX/SYi5q+XIq2lfAy9ELw0ED6AADGLYYMGwwQAQo5xQMxw34B/ujUqkIphxhyWk9wb447MxXT8YwuE4CdxK0zDrlxNcnnPFyMNCyXKrZuRQFPv91I+PGfgRam7SdGmv0fgPQXtiO9tgK3vvwE1w9yxZxKwB6PdZ7/0Oxs8dYqWq+qzF4VUZ9NxhVZDiqiDA0ocEYK1ZGHRaC1YHdJPfoX4BBF56uHi782agmKkM0/gfbFXmCLt258x9iMCTIQhL5JKlNIYQQQgghhChm/vzzTwAGDx5stn/atGn07t0bgODgYNTq+/0uYmNj+fzzzwkLC8PFxYUGDRqwfPlyatUquF5AarWKbfPOkBxfsPPQ5cSoV/hn/lkSolPw7dYVbYXy3Hjp5SI7f3ETs34DZceMYXTT0by7+F3U9dRoe93/aG+8bUS/RI+mnoa7iXe5GXuTpfP/Bz89yaordrhaK3SunELzcqnMPe/EgV6hOFkrjNjjitUD3XhUKvhzVAuUDh3gv633z1GhAakVGgDwfM8OnNWbJ/cKk/bUUezn/wCpqSjOriS89ymKo3O+6zNWqERKz5dw+OErAJJ7voSxQiUcZk0mufdAtGdPYrt5FWi0JPV7BUPt+gV1KQXmpfJlmFm3MsnJwQQEdMFoTLRYLKmp4Zw7P5bGjeZaLIaSTJJ0QgghhBBCCFHMXLx48aFlli5darY9fvx4xo8fX1ghYTQqnN17h6DA6EI7R7YU2L/6MvFRKbTu24Qa/2zj6gs9IEPPwsdBkqIQnGE7FLiqKDgBnioVSxUjERHhfLtjB22fbo26tjqtB91RA+oaapR4BcO/BlQVVaic0uYG23dnH31r9yY2Wc3/zjrwZ8e0lVhdrBVqOutZfNGepyqkcvCuNW81iM8cVEI4KrUGD0drwuOLLhmXHb13A+I//QZVfCzW+3ZgP28W8R9PQXF2yXedqU93IvXpTqZtq4O7UWzsMNSojdOXHxA/biqq6Ajsf/uRuK9mg5VVQVxKgXirsicTankRHx9IwKHnAcuvsBoe/i937iynYsW+qFQlYy6/4sKiw13nzp1Lnz59aNKkCS1btmTEiBFcvXrVrExKSgoTJ06kefPmNGnShHfeeYfw8HCzMkFBQQwfPpzGjRvTsmVLvv76a/R68xdmQEAAvXr1omHDhnTq1Im1a9dmiuf333+nffv2+Pj40LdvX06dOlXwFy2EEEIIIYQQJYxiVEiOS8V/3RWLxnHyv1ts++0MVl6VqLVjBxpPD4vGU9AuA6NRGH1vLPGCez//cW87EggDoleuwsbGnp49e6LpoMF41Ihung79Oj2qMiq0fe73x/EP9sdKa8uUCzV4vW4i5ezvD0Oc3iKGzTfteGu3G0PrJdDIPYsET0La5+8ang6Fddl5Y2OLsWx5DDXqkDTkLRS1BusDOwqselV8LLabV5M04DU01y5jKFsBY7kKGLwbgkGPOjT44ZUUkXHVyzOhlhfR0UcIOPQsxSFBl+5S4FckJwehKCVnVdziwKJJukOHDjFw4EBWrlzJwoUL0ev1DB06lMTE+10zp06dys6dO5k1axZLly4lNDSUUaNGmR43GAy8+eab6HQ6li9fzvTp01m3bh0//vijqcytW7d48803ad68ORs2bOCVV17hs88+Y+/evaYyW7ZsYdq0aYwcOZJ169ZRt25dhg4dSkRERNE0hhBCCCGEEEIUUyq1ip2/XyQ12fIfuC8fCWXjjyfBwYka2/7Buk4dS4dUYHxUKtar1Jn+vadK++j+nkrNFJWahP370YWFMdRnKJonNFgNt8J6rDXW71qj7aE19aIDOBxyGIPRwHeTxjKojvkwyEbuOv5+LpyAPqGMapiQdVAJYQBUdy8mSboHKQroCi45ZbtqCSkduqG4uYPRiMp4/zWvMhrBaPm51tTAN3Uq8X618oSGbefoseI3b57RmMT5C58UaU+6X3/9FW9vb6ZMmZJtmbVr1+Lt7W32z8cn60VHLMGiSbr58+fTu3dvateuTd26dZk+fTpBQUGcPXsWgLi4ONasWcO4ceNo2bIlDRs2ZOrUqRw/fpwTJ04AsG/fPi5fvsy3335LvXr1aNu2Le+99x6///47qalpXXGXL19OpUqVGDduHDVr1mTQoEF06dKFRYsWmWJZuHAh/fr1o0+fPtSqVYuJEydia2vLmjVrirpZhBBCCCGEEKLYMBqMXD4WyvVT4Q8vXETuXIxizTfHSNVrqLZ6NQ5PPWXpkIqW0Uj0ypXUcKpKGdsyORaN18VzLuIcStV8ttG9JF2lMvb5Oz4vkpNR37qO+tZ1ANThoahvXUcVGQ4pydis/xPN1UuoIsJQ37iK3ZL/oY6ORNe0hakKh+8nY71za+7qfID23CnUd4NJbdsFAEO1mqhD7qA9cxyrvf+iqNQYy1UstMvPDSuViv81qMrgiu7cCVrJ6dNvWTSenERFHSQkZCNGY+H38Dt16hTLly/H29v7oWUdHR3Zt2+f6d/OnTsLPb7cKlZz0sXFxQHg4pI2lvzMmTPodDpatWplKlOzZk0qVqzIiRMn8PX15cSJE9SpUwcPj/vdnFu3bs2ECRO4fPky9evX58SJE7Rs2dLsXK1bt2bq1KkApKamcvbsWd58803T42q1mlatWnH8+PE8XYPBYNlvltLPb+k4LE3a4T5pi/ukLe57nNri5s2bmaZByAuj0cjly5fR6/Vmk2/nhYeHB1WqVMl3DMXB4/KaKG7xGwyGYhdTXjwur4uCUBzaQp4HYQmKoqDXGdm7/JKlQ8kk4k48q6cf4YX3fKk091dCvvyCmFLUySJm7Vo83n6b95q8x5cHv8yx7P6g/dTzGYpWrYW8JkySIlEUIxVc7B4h2tzR3LiC4/eTTNt2q5cAkNqiLUkD30ATcgfrg7tRJcShODhhqFqThA8nYKxY2XSMOuwuqvi43NX56oj7J09NxXbFAhLfeB/u3RMqbu4k9X8NuyX/A61VWnlr68K49FyxV6tZ6FONNm5O3LgxlytXv7VYLLkVeHkqHp4dUSkaVCrVww/Ih4SEBD766CO++uor/ve//z20vEqlwtPTs1BieVTFJklnNBqZOnUqfn5+1LnXXTk8PBwrKyucnc1XanF3dycsLMxUJmOCDjBtP6xMfHw8ycnJxMTEYDAYcHd3z3SeB+fIe5jTp0/nqXxhKS5xWJq0w33SFvdJW9xX0tsiJCSEPn1eJCXFspNG29jYsmbNasqXL2/ROApCSX9NXLpUvD5EXrp0Kd/J3+KkpL8uCpK0hShtVCoV+1dfJjHW8gsGZCUuMpnVXx/h+VGNKT95MlYVKxA+e06Bn2eYYiQsi/1dgTdVmf/O/6cozL43j1w6K2BVhrLrFYV198r0QkXPDAmMS4rCLyh8iwpNNokN3Z0gEvz96eLX8aFJOv9gf95q/BY06A2nV+ZYNhOjAZJjKetkk7fj8sHg3YCYX1Zk+3jiWx8+tI64qebP/8PqNLG2Jn7irEy7da07oGvd4eHHFzIXrYY/G9WgsbM9ly9P59at3ywdUq6kpoZx5cq31Kn9RaGdY9KkSbRt25ZWrVrlKkmXmJhIu3btMBqN1K9fn9GjR1O7du1Ciy8vik2SbuLEiQQGBvLHH39YOpRH4uPjg0ZjudVLDAYDp0+ftngclibtcJ+0xX3SFvc9Lm1x7NgxUlKS8ekzBgfPyg8/oBAkhN3i9JqZlC1bFl9fX4vEUBAel9eEsRjME5NRnTp15HXxmCgObZEegxBFxWgwEn47nnP7gywdSo5SEvWs//44nV+vT/URI7DyqkTwuHEFeo4ZqMj4DnMT+BKFVmTfM8ge+CnD4xlLXlfSFoP4DBUKMAUFXwWqqVQYFIX/oTAihwRduugVK6nUqhVPV3qaPbf3ZFvuZNhJkvXJ2Dbql/ckHUBiOO4OxbPnUWlQ1lrLat+a1LCz4cL5jwgJWWfpkPLk9u1lVKzYH0eHWqhUBZuG2rx5M+fOnWP16tW5Kl+9enWmTp2Kt7c3cXFxLFiwgAEDBrB58+Zi8YV7sUjSTZo0iV27drFs2TKzRvHw8ECn0xEbG2vWmy4iIsLUNdHDwyPTKqzpw54ylnlwKFR4eDiOjo7Y2tqiVqvRaDSZFomIiIjI1APvYTQaTbG4iS0ucViatMN90hb3SVvcV9LbIj12B8/KOFesZfFYSnJbpivp11HcYi/p7ZnucbmOgiBtIUoTlVrFrt8v8kCHsGLJoDOy9dcztO5fh0Y9e2BVsQI3h7xSYPW7PJAsW6MYKQ80fMhxbtkk2W4D1YBG9x6vqijcubdvHdAAqJ2LoYHxO3ZgiInh7cZv55ik0xv1HA45TCsvP/L1Fyw+FBdny87FVlpVsbVmbZNalLPWcObUcCIii8/8abln5MKF8TRrmrtEWm4FBwczZcoUFixYgI1N7np6NmnShCZNmphtd+vWjeXLl/P+++8XaHz5YdHxF4qiMGnSJLZv387ixYupXNm8F0TDhg2xsrLi4MGDpn1Xr14lKCjI9K20r68vly5dMkuwHThwAEdHR2rVqmUq4+/vb1b3gQMHTHVYW1vToEEDs/MYjUYOHjxo9uQJIYQQQgghRGlgNCic3XuHsJtxDy9cTCgK7F1+iYPrruDw5JPU2LKlUOYP0ykKu4EOqHKcYyuZtGGyQxUjUxUjN5X72c6qQBAQpiiEKgpBQBUgWFHYgcLAHHroZaTodESvXUt9V2/stDnPGXcw+CAqOzewdc1V3Rmp4kJwsi750zeUNHUdbNnStDZlrVScPN6/hCbo0sTGnuRO0HIUpeDmVz179iwRERH07t2b+vXrU79+fQ4dOsTSpUupX79+ruZytbKyol69ety8ebPA4noUFv0tmzhxIhs3bmTmzJk4ODgQFhZGWFgYyclpcws5OTnRp08fpk+fjr+/P2fOnGH8+PE0adLElGBr3bo1tWrVYuzYsVy4cIG9e/cya9YsBg4ciPW9P8gDBgzg1q1bfPPNN1y5coXff/+dv//+m1dffdUUy2uvvcbKlStZt24dV65cYcKECSQlJdG7d++ibhYhhBBCCCGEsBhFUdCl6PFfn7f5uYuLY9tu8O/Cc1hVrUatHTtQu7kVaP0BQAKQ0yxlXsA7qPgEFR/cGyo7DoXwe4m6yioVg1DxJQoTUBiMisoqFf9DYQgqjgPvKkY+UIycVXLuyhi9eg1qrRUjfUfmWM4/yB+1Sg1N89HDMCEMu2IxDq/0aOpszya/2jirDRw7/DwxMXlb1LI4unJlBnp9PIpSMNOTtGjRgk2bNrF+/XrTv4YNG9K9e3fWr1+fq57vBoOBS5cuFZuFJCz6a/bnn38CMHjwYLP906ZNMyXHxo8fj1qt5t133yU1NZXWrVvz5Zf3J8XUaDT88ssvTJgwgf79+2NnZ0evXr149913TWUqV67M3LlzmTZtGkuWLKF8+fJ89dVXtGnTxlSmW7duREZG8uOPPxIWFka9evX47bff8jzcVQghhBBCCCFKsvTFIlIS87gKaDFyMSCExLhUur3lQ81//+XGiy+Seu1agdT9Lwp+QJkcetHVVamom3FbgVEobMvQS+5ZlYpnM/SY26Eo2AF1gREozEBFBDADhV8VsMrmfKlXrpB08iQ9andnxpEZ2cYUGB1IVHIUbvW6w/4fcn/BAAlhaDXSk66otHVzYrFPdVTGBAICniU1NcTSIRUIvT6GwMAp1K//TYHU5+joaFp4NJ29vT2urq6m/WPHjqVcuXKMGTMGgDlz5uDr60vVqlWJjY1l/vz5BAUF0bdv3wKJ6VFZNEl38eLFh5axsbHhyy+/NEvMPcjLy4t58+blWE/z5s1Zv359jmUGDRrEoEGDHhqTEEIIIYQQQjyOjEaFqOAEzh8MtnQoj+zWuUjWzjjGC+82ptr6Ddx6YyhJhw8/Up2hisIp4ONcDkdNp1WpqKEoZJdqiVUUVqAwBRWXSOuJV1GloiJgyDBfXXaiVqygwpQpNPZszMmwk9mW239nP89WeibviYDECFQaLWo1FLM1mh473T1d+F/9auh1EfgHdEKvj7V0SAUqOGQtlSu/hqNjHVSqwp/jNTg4GLX6foI5NjaWzz//nLCwMFxcXGjQoAHLly83TZdmaZIKF0IIIYQQQggBgFqtwn/9lRKxWERuhN2MY9X0I8TH6qmycCHOL3R/pPr+Q8EFaJbH4wyKwg0gu4G381HojgoPVdrQ2Ix9GA3Aw/JisVu3oSQn857fezmW8w/2R2PtAGVq5Dp2ABLCUKnUVHazz9txIk8GVXBnboNqpCbf5uDBto9dgi6NwuXL0wotQbd06VI+/fRTs+3p06ebtsePH8/OnTs5c+YM+/fv59dff6V+/fqFEkt+SJJOCCGEEEIIIQRGg0LYzTiun454eOESJDY8mdVfHyHsdgIVpk3H/c0381WPUVHYAbQDNA8MPZ2lGFmaYZ6tFYrCcUUhRFG4oijMQiEM6JRFD7wT9xaO6HZvuxZwBziqKGxTFNSk9azLiZKYSMymTfi5N0arzr6fnH+wf9piF82GPvR6zSSEAVDDwzFvx4lcG1WlLDPqViYh/gIH/dtjNCZbOqRCExm1n8iogxiNJXdIfWGRJJ0QQgghhBBCCNQaFQEbS+ZiEQ+THK9j/cxj3DwXied771F+0sQ813ESCCNtVdcHhQGRGbbjUfgZhVEoTEYhEZh+b3GIjFIUhV9ReBsV6nuPeahUDEPFbBRWo/AeKmxymP8uXfSq1WisrHmtwWvZlrmbeJebsTehdqeHX3BG95J0Vd2lJ11h+KJmRT6rWZHIKH8OHX6eh/edLPkuX/4adQ4J5dJKWkQIIYQQQgghSjmjwUj47XhunHm8etFlpNcZ2fK/07R9qQ4N+vXDqmJFbr0xLNfHN1GpWJ/NXHRTVOb9X4aq1OSmr5qNSsXPWdTZSaXKstddTpJPnybl8mX61+nHvNPZz9m+784++tbujVVeKk8IB8DLzTZPMYmcaVQwo05lXqrozt3QvzlzZpSlQyoycXGnuXt3C56enSVZl4H0pBNCCCGEEEKIUk6tUeO//vHsRZeRYlTY9ftFAjZexbF1a6pv3ADaxydBELViBWXty1LDJfs55/yD/bHS2kLVp3JfcXIMikFHeWe7AohSAFirVMxrUI3+Fcpw+87vpSpBl+7qte9RqSQtlZG0hhBCCCGEEEKUYkaDkZCrMdw6H/nwwo+JI1uus2Ppeaxr1abmjv9QOztbOqQCEbNxExgMfND0g2zLHA45jMFoAL8heas8KYqyTjaPGKEAcNCo+aNxDbp4uHDj+hwuXvzC0iFZRGLiVe7e3SRz02UgSTohhBBCCCGEKMXUGjUBGx7/XnQPOr8/mC3/O4XazYOa//2HtnJlS4f0yIwxMcT+8w+tyjXPtky8Lp5zEedQqrXOW+UJ4bg5WD9ihMJNq2Gtby1auDhwOXASV6/NsnRIFnX12o/Smy4DaQkhhBBCCCGEKKWMBoWgy9Hcvhhl6VAs4sbpCNbPPIZebUONTX9h28TX0iE9suiVq7C2tqNfnX7ZltkftB+DUzlQa3JfcVwIzraPz9BgSyhvbcWmprVp4GjLhXOjuX17iaVDsrikpOsEh6yX3nT3SJJOCCGEEEIIIUqpx3lF19y6ez2W1V8fITHRSJUly3Dq0sXSIT2SxEOHSA0K4pUG2Q9n9Q/2R6u2ggZ9cl2vKuEujlZ5W8xC3FfdzpotTWtT1VbLqZOvcTd0k6VDKjauX58jvenukVYQQgghhBBCiFLIaDBy51IUQZeiLR2KxcWEJrFq2mEiQxKp+N13lHntNUuHlH+KQvSKFVR2qEQ5+3JZFjkZdpJkfTI0yr63XSYJ4dhqJUmXHw0c7djctA4eVnD8aF+iovZZOqRiJSnpBuHh/0lvOiRJJ4QQQgghhBClklqjLvW96DJKitOxbsYxbl+MpuxHH1Hus08tHVK+xaxbBypVtgtI6I16joQcweDll/tKE8LRaCSFkFfNXRzY6FcLR1UqRw51JS7ulKVDKpZu3pqPWi3DqeU3TAghhBBCCCFKGaPByO2LUQRfjrF0KMWKLsXA5jknuRgQQplBg6j0v58tHVK+6EPDiN+zh/YV22Zb5kDwAVR2bmDrmrtKE8JQaaywt5Y0Qm51dHdmlW9NNIZ4Avzbk5R03dIhFVvR0YeJizuPohgsHYpFyW+XEEIIIYQQQpQyao2aE9tvWjqMYsloVPhv8XmO/H0dp3btqLZmDahL3kfn6JWrsLN1pEvVrOfY8w/yR61SQ9NXcldhQhgA1dwdCirEx1qvsq4s8qmOITWcAP+nSU0Ns3RIxd7Nm/NQqfKwmMljqOT9pRFCCCGEEEIIkW+KohAXmczNsxGWDqVYC9hwld1/XsS2fj1q/vsvakdHS4eUJ/F79qCPjGRYo2FZPh4YHUhUchTU7Z67ChPCAajhUbLawRJe8/Lgp/pVSUm6gb9/W/T6eEuHVCLcDd1CamoEiqJYOhSLkSSdEEIIIYQQQpQmCpzeeZtS/Dk4187svsPfc0+jKVuOmv/9h7ZCBUuHlHt6PdGrV1PbuSbO1s5ZFtl/Zz/6svVyV9+9nnSV3e0LKsLH0gdVyzGtTiXi487g798JozHV0iGVGIqi49atRYDR0qFYjCTphBBCCCGEEKIUMRoVzh0IsnQYJca1E+Gs//44Bmt7amz5G9uGDS0dUq5Fr1mLWqtlVJNRWT7uH+yPxtoB3Ko/vLLEtJ50FV3sCjLEx4YKmFTLi49rVCAiYi+Hj/SkNCeb8utO0J+lel46SdIJIYQQQgghRClhNBi5dCiElAS9pUMpUUKuxLDm6yMkpUCVP//EoX17S4eUK7obN0g4fITnqnbN8nH/YH9UKhU8MTQXlSWh6BIp52xTwFGWfFoV/Fi3CsMqeRASspETJ1+1dEgllk4XRXDwGozG0vk3SpJ0QgghhBBCCFFqKLiUtcPZ09bSgZQ4USGJrJp2mJiwZCrNno3rwJctHVKuRK9YgbOdK83LN8/02N3Eu9yKvQm1O+eussRIPJwkSZeRrVrFwobV6VPejVu3FnP23AeWDqnEu3VrEWq11tJhWIQk6YQQQgghhBCiFFCMRlKTEilf3ZmBE1sweHILGrb1snRYJUpiTCprvjlK8OUYyn36GWXHfmTpkB4qbvt2DPHx2Q553Re0H51b1dxVFh+Km71VAUZXsjlq1CxvXJP27s5cu/o9gZcnWzqkx0JC4mWiovxL5bBXSdIJIYQQQgghRGmgUrH3zyX88uZg9v6xCEWJo+1L3gz/oQ3PvtkQJ3fpXZcbqckGNv54gstH71LmtdfwmvW9pUPKkZKSQsz69fi41cdGnbkX3MGgg1hpbaHqUw+vLC4EJ5vS2cPpQe5WGjY0qU0zZ3sCL37B9Rs/WTqkx0pw8FpKY8qq9F2xEEIIIYQQQpRCBr2OC/t3kxQXy5FNa/nt3TdYNflTrh0PoHojdwZNbsGgSS2o36aipUMt9owGhe0LznFi+02cn32WqiuWg7r4fryOXrUajZU1wxsPz/TY4ZDDGBUj+A15aD2qhDAcpCMdXjZW/OVXhzoO1pw7+w53gv6wdEiPndCwbSiKztJhFDlJgQshhBBCCCHEY85g0HPp4D5SkxLv71QUbp45yc0zJ7F3caXhMx1p3Pk52g2sS+sXa3LjTBT7VwcSH5ViucBz4H/tLw5d32y2z82+HIObT8iy/Lngg/x7YYnZPo1ay8i2s03bx25u5+jNfwBoWqULflU6mh4LibnGzkt/0r/px6jVGlDgwNorxEen0LpvI2r8s42r3V+ApKQCusKCk3LxIknnztGnZi9mH59t9li8Lp5zEedoUK01qodVlBiOteahpR5rtextWONbizJaFadOvEJ09EFLh/RYMhjiCQv7B0/PZ0vV/HSl50qFEEIIIYQQopTSaLSc3vFPto8nxkRzaMNqDm1cQ1UfXxp36kbNZs2p0cSD2LBkjv1zg/P7g4sw4twp41CBXo3fM22rVZocy1trbM2SeCrV/YRTePxt/K9tonujEaDAxtM/U6VMPTwcvTAaDey49AcdvAemJegyOLXjNokxqXR8vT61duzgeo8e6ENDC+YCC1D0ihWUnzCB+mXqcy7ynNlj++/sp67P62hValCM2VeSEIZaU3rTCI0c7VjpWxN7tYHjR/sSF3/W0iE91oJD1lGu3POWDqNIFd/+uEIIIYQQQgghHpmiKMSE3uX2+TO5KcyNU8fZOHMKv779CgdWLkOjTaT94HoMn9WGzkMb4OBqXfhB55JapcHBxsX0z87aMecDVCqz8vbWzqaHIhPv4u7oRWW3ulQuUxcPBy+iEkMAOHprO16utSnnXC3Lai8fDWXjDydQ7Bypvm0bNnXrFtQlFpjYvzajpKbynt97mR47GHwQrdoKGvbJuZKEMFRqDWXsi89roKi0cnVkvV8t7FUpHA7oIgm6IhAZuRedLsrSYRSp0psCF0IIIYQQQohSQDEaObdnR56PS4iOImDdSg6tX03VRvd61zV9kpp+HsSEJXN06w0u+ocUQsS5F50Yyvz949CotVRwqUGrGj1xsi2TbXmdIYWFBz5FQcHTqTKtavTA3SFtDj4Ph4pEJ4YSlxyJgkJ00l3cHSoSnRTG+eCDDGj2SY6xBF2KZs03R+nxni9VV67izoi3Sdi3r0Cv91EYExKI3bKFJ5/rhho1Ru73mDsZdpIUfQo2jfrB6VXZV5IQDkDNsg5EXk8t7JCLjS4ezsxrUA2jPoaAgC6k6iIsHVKpoCgGgkPWU8lrcKkZ8io96YQQQgghhBDiMabWaLh8xD/fxyuKkesnj7FhxlfMG/EaB1f/iZVNCh1frc+wWa3p+Fp97J2LvmdVeedqdKo3hB6NR9GuzsvEJEWw+thMUvXJWZZ3sy9Hx7qDed7nLTrXexVFUVh19FviktN66pRxqECrGj1Yd+IH1p/4kVY1elLGoQI7L/7OUzV7cSPyHMsOTeKPw1O4Ex2Y5TkigxJYNf0IsZEpVPplLq79+hba9edH9KrVaK1tGFh/oNl+vVHP4buHMXg1zbmChDAAqnk4FFaIxU6/8m4saFgdfepdDh5oKwm6IhYSsr7UJOhAetIJIYQQQgghxGMtPiqS0GtXCqiuCPzXLidg3Uqq+frRuFM36jzRjNrNPIkOTebIlusEHr5bIOd6mGruDU0/ezimJe0WHvyUwNCjNKj4VKbyFVxqUMGlRobtmiw7NJEzQXtpWeMFAHy8nsbH62lTmfPBB7HS2FLBpQZLAiYwoOk44lKi2Hp2Pq+0nJw2RPQB8VEprPnmKN1GNKL8hIloK3oRPmtWAV55/iUdO0bqzf+zd9/hUZX5+8ffM5PeJiEJvQdIgASSiCIQRLqAqIjYxbWsu4ody67ruquuZV1xdV2+v202bKiI7Cr2XgABASW00AOEkkmvk8yc8/sjEIgQIGGSk0zu13V5mZl5zjn3PJwMyYenZHNl0hW8vP7lOq8tzVnK8M7DISQaKguPfYKDRbpuMaFNG7SF+GXXeB7u24XSsq18//1kwGN1pDanpCST8vIdhIb2qLOGpL9SkU5ERERERMRPeT0espb5fsqlaRpsX72S7atXEhkbR/LoCQweP4kJ1w3k7Mv7su3HPJa8vYWKkmqfX7s+wYFhRId1oLAi96TaO+wO4iO6UVRP+4qqUr7fsZjpabPZV7ydmND2RIfV/Oc1vRSWHyAuossxj3WXe/jf02sYf+0Aev/qBoK6dCbn7nsa/d58qWD+fDrddRddI7qyu3R37fNLc5Zit9khfSYs+duxDy6vGUXWyen/Rbp7enXkzp4dKSxaxQ8/NHxEpGHA4vfsLF9uo7gYnE44c5jBpEkm9dWasrJsPP3Xozc/eexxD05nzdfLl9tYtMiOuxKGDTe56KLD05bz8uDZvzm49zdeQv3ojyhn7wISet8BHH9jGH+gIp2IiIiIiIifcgQEsGXF0ia9Rkmei6ULXmPZwvn0ThvC4AmTSRx6Gv1Ob0/BvgpWvr+DLT80/W6nVZ5KiipySep4xkm1N0yDvLI99GiXfMzXv97yFmndxhIZEsOBkp14TW/ta6bpxTzeLqiA12Pw0b8zyZjRl0FTpxLYqRM7r7zq5N9QEyla9F/az57NnafdyZ1f3Vn7/ObCzRS6C4nuP7X+Ip3hxawson1UcDOlbX424NG+Xbimazy5ri/46afrG3Wejz+y8fXXNmZebdC5s8nOnTZenmcnNMRg9BjzuMf+4Y8eQkIOP46MrPl/aSm8+oqdq2YaxMWZ/N9cB4mJNlJSas43/3U7519g+FWBDmD//vfok3CX1TGahYp0IiIiIiIifspdXs7uDc2zC6VpGGz9YTlbf1hOZFw8KWMmMnjcOUz8ZTJnX1nFttUulizcQmWpb6YMfrPlbXrFphAVEktZVSHLtr+HzWanX/vTAfh4/YuEB0czIuECAL7fvpiOzl5Eh8bj9lSwKvsTiivzjzk1Njt/A4XlB5jQ/2oA2kf2oKB8PzvyMil1F2Cz2YkJ63DiPjHhmzc3U1rgZvj0IfT+8AO2XTANKo+9bl5z8ObnU/LZZ5w1KuOo177b8x0Tu4w6fqGgzEVseFyT5bNSgA3+3r8H57WPZu/et1m/ofGjH7dtszFosFlbQIuNNVm5wmTHThtw/CJdZCSEhR39vMsFoaEwZEjN8f0STfbthZQUWLHChsMBaWnHP3drVFm5i/LyHYSF9bQ6SpNTkU5ERERERMQPeT0etqxYimkcf8RXUyhx5bLkzVdY9vbr9E4/g8ETJpM0LJXEoR3I31fB8ne3sX2N65SuUeou4KP1z1NRXUZoUASdnQlcfNo9hAXVDDsqcefXWcPK7Snn842vUlZVTEhgGO0jujMj/W5iwzvVOa/HW8WXWfOZNPB6bLaavRYjQ2IY1fdiPt34Mg5bAOOTribAcfKbZaz+JJuyIjdjrx5An88+Y9t552HkWbcBQeGbb9F9wgTOSziP/239X+3zy/YuY3KvyRDTCwq2H/vg0gM4Izsd+7VWLNRu47nkXpzdLpJd2f9hy9bHT+l8vXubfPutnf37oUMH2L0btm61Mf2iE38/PvqIA48HOnc2mXKuQUJCzfPt46GqCnbtgnbtYOcOG8OHm5SXwXvv2rntdu/xT9yK5bo+pVvXX/j9JhL+/e5ERERERETaqJqpro3f1dUXDK+XLSuWsmXFUqLiO5AyZgKDx01i8q8H4S6vYssPuSx5ZytV5Q0fXTdp4PGnIU5Pu7PO47P6zuCsvideWyzAEcTMMx886vnkzhkkdz569NnJylq+n/KSKibfOIiEjz9m58UzqNq6rdHnOxVlS5ZQfeAA1yVfV6dItzRnaU1h8/Tr4OP7j3msrXQ/kXH25oraLKICHLw6qDfpUWFs2/oEO7P/dcrnnDDRpLLS5KEHHdhsNaMqp55ncMYZ9Y90c0aZXHa5lx7dTao9sOQ7O399ysE993rp3h3CwmHm1QYvveiguhqGnmkyYIDJyy/bGTXKIC8P/vH/HHi9MOVcg/R0/xlVl5f3FT26N27qcWuiIp2IiIiIiIgf8lZXs+OnVVbHqFWcu5/v3niZpQteI+G0oQyeMJmBI1PpP7wjeTnlfP+/bexca93osuawe0MBC//yA+fdmkrPdxax+4YbKF9mQSHVMCh880163fhr2oW0I78yH4D95fvZVbyLbn3H11ukoyyXUD+qJMQFBrAgNYE+YcFs2vhb9u59yyfnXfWDjeUrbFxzjUGnzia7d9tY8JadaKfBmcOOXTzr0BE6dDz8WkKCQa7Lweef2fnFNTUj8FJTTVJTD4+Yy8qCPXtsXHKJwR8ecHDNtV6cUfDnPzvo28dLZJRP3o7lCgtX4vVW4HD42YJ7P+Nf5W8RERERERHB8HrZ/uMqPG631VGOYni9bF6+hAV/up//3Ho9K99dSEQMnDtrMNfPyeCsyxIJ8qcq0M+4dpXy1uMrKS2sptt//kPU+edbkqNw4Ttgs3N7+u11nv8251uqY3rWf2BZLoEO/ygldAsJ4v3T+pIQFsS6zBt9VqADWPiOnYkTDIacbtKlCwwdajJmjMFHHzWs73r2MMnNPfZ2sNXV8MZ8B5df7uXAAfB6oV+/mmJf+w6wfUc928i2QqZZRX7+t5imb9a0bKn84ztLREREREREatnsdrYsX2J1jBMq2r+Pb15/iX/ccBXv/vVxDuzYRMqoLlz7l+HMuG8I3Qe2szpikyjJq+StP68kd1cpnR57jNibbmr2DJ6cHMqWLmVCt3F1nl+Ws4zAgBDocfSGGgCUubA5ArC38mpCYlgI75/Wl45Bdn5cfTku16c+PX91Fdh+ViOz2WumvTbE7t0Q5Tz2QR9+YGfAAJPu3WvOe+Tyk4a37mN/4HJ9DjisjtGkWvm3lYiIiIiIiBzFNNm2aoXVKU6a4fWQtexb3nzotzx32w2sev+/RLWzM/WWVK6bM4KRl/QjIMS/fn11l3lY9NRqdma6iL/lZjo+8kizZyh8803CQyIZ1XVU7XPL9y3HMA1In3nsg8pysdnsdHG23mmHaVFhvHtaX5x2L6tWnkdR0UqfXyMlxeTDD+2sXWsjLw/WrLHx+Wd2BqceLrgtWmTnxRcP39eff2bjxx9tHDgAOXvgrTftbNpkY9Soo4t0e/fCDz/YOHdqTSWuQ4eaouB339lYu9bGvn3Qs6f/rEkHNevS2X5e+fQz/juGWEREREREpI3Kzd5ORUmx1TEapXBfDl+/+gLfvfEyfc8YzuAJUxg0eiADR3bEtbucZf/dyu4NBVbH9AlPtcEH/8jkrEv7kTz9QoI6dyL7mmub7foln3+Bt6iIGwffyFe7vwKgtLqU9XnrGdhjBMcsh5TlApDQPoJdBRXNltVXRsZEMC+lN3ajnOXLJ+F25zTJdS6+xODd/9l5Y76dkhJwOiEjw2TylMPD24qLoCD/cC97vLDwbTuFhRAUBJ27mNx6m0FiYt1im2nCa686mH6RQXBwzXNBQTWbSrwx347HA5dcYhAd3SRvzTLuqv2UlmYRHt7Xb4t1KtKJiIiIiIj4Ea/Hw671mVbHOGVej4eNS75m45Kvade5KyljJ5IyZgLn35ZGZambTd/vZ9l/t+Gpat1z+kzD5KvXNlFa4ObM84fR69132T59OlRVNf3Fq6spXLiQ/lddSWhAKBWemqLbd3u+IynlWgJsdjB/1r8Hi3Q9YsOaPp+PTYl38o8BPfFWF7Ds+/F4PIVNdq2QEJhxscGMi+tvM/Pqun07YYLJhAneelofZrPB7LuObpeSYpKScuLjWzOX61PCwnpjs/lnOcu/xguLiIiIiIi0cY6AAHI2bbA6hk/l5+zmq5ef4//dcCWLn32SvD1bGTy2O9c/lcH0e0+jS79oqyOesh8+2MFnL20gKCGBPp99ir2ZhkEVLngbe0Ags1Jn1T63bO8yAuyBkDz96APKXAB0iW5d010v69SOfw/sSbU7h6VLRzVpgU6aTl7+19jt/lmgAxXpRERERERE/I6/FekO8VZXs/HbL5n/wD28cOeNrPl4MTEdA7ngznSu/csIhk9PICCg9f6au3HpXhbP/RFbdDsSPv2UwO7dm/yaVVu3UvHjj5zfa2rtc2ty1+D2uGHQMYaBVRZiGh46tqI16W7qFs9fk7pTVrqZpUtHYxjlVkeSRiou/hHDqLY6RpNpvZ9eIiIiIiIicpSS/DxKC/KsjtHk8vfs4suX/s0/fnklH8x9isJ9O0gb34Prn87gwrvT6dTHaXXERslel887T67CYwui17vvEpqe1uTXLHjjDZyhMaTGpwLgMTys2L8Cb5fTjn1ARQHtI4ObPJcv3Ne7Ew/06UJBwQqWr5gE+Pd0UH9nGFWUlKzHbOg2ua2EinQiIiIiIiJ+wvB62b1+rdUxmpWnuor1X3/Oa/fP5qW7ZvHTpx8Q2zmYabPTueYvIxh2QesbXXdgZwkLHl9JWamXbvNeJnLy5Ca9XvGHH2FWVnJr+q21zy3NWYotNAZCjlHsLMslJiywSTOdKjvwZGJXbu3RgQO5H7Nq9aVWRxIfKSxcjml6rI7RJFrXJ5WIiIiIiIjUy2a3sWfTeqtjWMa1ayefv/BP/t8NV/LRP56h+EA26efUjK6bdlc6HXu3ntF1RbkVLHh8Jfk55XT+y19od/11TXYts7ycov/9j/TYwQQcXO9r2d5l2G12SJt59AElB4gKablFuiCbjX8O7MnlnWLZs+cN1q690epI4kNFRauw21vu/XcqVKQTERERERHxEzab3W/Xo2sIT5WbdV9+yqv33cG8e25h7ecfEd81hAvvTueaJ4Yz9Pze2FvB6LqKkmrembOK3RsLaH/nbDr84YEmu1bhWwtwBAZx7cBrAcgqyKLQXQgDzjuqra1sPxFBtibLcirCHHZeGdSbyfFOdu78PzZuus/qSHLKbISH96VTpxkkJT5Cnz73Wh2oyfjvlhgiIiIiIiJtTHVlJa7snVbHaFFyd27ns+f+H1+/8gJJI85i8PjJDJnUh7RxXdm3vYQlC7dwYEeJ1THrVe32snjuT5x9RSL9L7uMwM6d2f2rX/v8OpWZmbg3b+GSxIv519p/AfDdnu+Y2OWsowsHZbmEtMBqQnSAg9cH9yYlMpStmx9h1+4XrI4kjRAYGENU1GCcUWk4nelEOVMJcIRhmiYej5vCwhIcDjfBwa1jXcSGaIHfViIiIiIiItJQpmGQs3kjpmlYHaVFqnZXsvbzj1n7+ce075XAoLHnMOCsMVx07xDKi92s+yaHH97fgdECu88wTD5/eSOlhW5OnzKKnu+8w44ZM8Dj23W5Ct6YT4f77iPBmcDWoq0s27uMyb0mQ0wvKNh+uGGZiwCHw6fXPlUdggJYkNqHXqFBbFx/N/v3L7I6kpwEmy2QiIgknFGpRDlTiY4+ndCQLgAYRjVlZZXs2J7Dli1byMzMpLS0FICLLrqIAQMGYLe3/BGxDaEinYiIiIiIiB8wTZM9G9dZHaNVOLB9K5/+Zy5fvfI8SSPOInXiuZxxbm/SJ3Zn39ZilizcQm52qdUxj7L83e2UFboZdVkiCZ9+wvZzp2KU+i5n0bvv0eHee7njtDu4+fObazaPsNng9Ovg4/sPNyzLxeYIJKSFTBnuERLEwrQ+tA9ysPanX5Kf/6XVkaQewcGdDhfknEOIjByA3R6EaRpUVbnJzy/kp+zvWbduHdnZ2fWeJycnhwEDBjRj8uahIp2IiIiIiIgfsDscWo+ugaorK1j72Ues/ewjOvTuw6Bxk+g/8mxm/PZ0yovcZH6dw6oPW9bounXf5FBeXMXEXyaT8PnnbJ82Dc+ePT45t1FURPFHHzF8wjgA9pfvZ1fxLrr1HX9UkQ6gZ3y4T657KvqHh7AgtQ+RDpM1P1xMcckaqyPJQXZ7CFGRyUQ503BGpREdfRpBQXEAeL1uSkoq2LRpK1lZWaxfvx63233S596zZ4/fjaIDFelERERERET8xr5tm62O0Grt37aFT/71LF+9/B/6Z5xN6sRzGXpeb06b1J2cLcUsWbCZvD1lVscEYPuPLt6Zs4qpt6TSe/Fisq+6isq1a31y7sK3FuA891wuSbyENza9wbc533JRn2nU2UvzYJGud5y1RbohUWG8PjiBYKr4YcUFlJdvsTRPWxca2hOnMw1nVCrO6CFEhPfFZnNgml4qKyvZvz+f7du/JjMzkwMHDpzStfbv3++j1C2LinQiIiIiIiJ+oLK0BHdZyygitWZVFRX8+MkH/PjJB3Ts04/B4yaRlDGKS353OmVFbtZ+lcOqj3eCxaPr9m8vZsGfV3L+7al0f+11cu68ndJPPj3l85YvX05VTg4zB1zFG5veYFnOMi5Lugy6D4fsJTWNylwAdG8XdsrXa6zR7SJ5MaUXeMv4/vuJVFX5Z9GmpQoIiDq4uUMqTmc6TmcaAQGRAFRXV1JcXMZPWzPZuHEjWVlZeL1en16/srKSsrIywsOtH83pSyrSiYiIiIiI+IH8vb6Z8iiH7duSxb4tWXw57z/0Hzma1IlTGHZBAqdP7s6ezcV8t2AzBXvLLctXuL+ctx5byXm3pdLl6Wc48OfHKZj38qmd1DQpfOMNut16Kx3COrBi3woM08CePvOoIl3n6NBTfAeNc377aOYO6IGnysX330/A4ym2JEdbYbM5CA/vd8RacqcTFtYDAMPwUF5eQXZ2Ltu2fc/atWspKipqllwHDhygZ8+eNesm+gkV6URERERERFo5r8dD/u5dVsfwW+7yMtZ89B5rPnqPzv2SGDRuEknDz+Ky359BaaGbtV/sYfVn2ZaMrisvruLtv/zA5F+n0OU3vyWwSxcOPPb4KZ2z6J13iL/tNu447Q5+881vWJ+3noE9M6gthVSXY1ZX0DEq5JTzN9TMzrE83q8rlRW7+H75ORjGya9jJicnKCieqKhUnM5Uop2nERmZgsMRgmkaVFe7KSgoZt26Faxfv57t27ef+IRN5MCBA3Tv3h1HC9tp+FSoSCciIiIiItLK2Ww28nN2Wx2jTcjJ2khO1ka+eOlfDBg5htSJUxg+vQ9nTO3B7k1FLHl7CwX7mnd0XXWll3ef/ZExM/uTePXVBHbuwp5bbmn0+TwHcin96mvGDD8bgO/2fEdSyrUE2OxgHqxElucTG9G8011v7dGe+3p3pqRkPctXnI/lc479gN0eRETEQJzO1IObOwwhOLgDAF5vFaWlFWzZspMtW7aQmZlJRUWFxYkPy83N9bvNI1SkExERERERaeXsDgcFe3OsjtGmuMvKWP3hu6z+8F26JA5g0PhJJA7L4LIHzqCkwM1Pn+/ix8+ar3BqeE0+fXE9pQVuTjtnHIFvvcmOSy6lsVvTFr75Jt1Gn805Pc5h2d5l/Grwr2DghZC5oKZBWS4xYX189wZO4I8Jnfl19/bk5y9h9Zqrmu26/iYkpNvBglwqTucQIiKSsNsDME0vbrcbl6uAnTuXkJmZSU5Oy/5Myc3N9auprqAinYiIiIiIiF8o0Jp0ltmzaT17Nq3nixf/xYCzakbXZczox9Dze7F7QyHfvb2FogPNMALJhGWLtlJW6GbkJckkfPwJ28+bilHe8JF9pV9/jScvj18O+iWXLr4Ut8dN8KBLDhfpSvYR2SkJr+nj9/AzDhvMSezGpZ1i2b9/MZnrbm3aC/oRhyOcqKhBB6euphPtTCcwMBoAj8dNcXEZ69dvZNOmTWzYsAGPx2Nt4AbKzc21OoLPqUgnIiIiIiLSypmmSeH+vVbHaPMqS0tY9f5/WfX+f+naP5nB4yfRd+gIeqQMpTS/kjWf7mbtl00/um7tl7spL3Yz/tqBJHz+OdvPPx/P/gbufur1UrhgAX2uu47QgFBW7l/JmV1P49DqX7ayXMIDobjK5/FrBdtt/HNATybERbFr98tkZf2x6S7W6tkID+9zsCCXRrRzCGFhvbDZ7BiGh8pKNzk5LrZtW01mZiZ5eXlWBz5l5eXlVFRUEBpqzQYmTUFFOhERERERkVauND8Pb3W11THkCLs3ZLJ7Qyahkf9k4KixDJ4whbMu7cewab3YtaGQ7xZspthV2WTX37oql/LiNZw7axC9P/yQnZdfhnvDxgado/DthcT96lfcknYLS3KWMKzzMAhxQmURlOUSHGCDqqYZShfusPNySi+GRkewY/vf2L7jb01yndYqMLAdUVGDcTrTcEalE+UcTIAjDNM08XgqKSwsZdOmNWzYsIEtW7Zgmk085NEieXl5dO3a1eoYPqMinYiIiIiISCtmmib5e7Sza0tVUVLMyvfeYeV779Bt4KCa0XVnDKfnoDMpyatkzSfZZH7dNGt/7d1SyNtP/MB5t6fS48232HPzzZR99dVJH1+dnU3ZihVMSZ7ELz65FrvNDmlXwdK/Q1kudocD8P0UyXaBDt4YnED/8BC2ZD3I7j0v+/warYnNFkhERBLOqFSinKlER59OaEgXAAyjmrKySnZsz6nd3KG0tNTixM2nsLCQzp07+80GEirSiYiIiIiItGKG16OdXVuJXet+Yte6nwiNcpJ89jgGT5jMqMuTGD49gex1BXz39hZK8nw7ui5/bxlvPbaS825Lpev//R/7H3qIwjfeOOnjC994gy6nP0lsaCyF7kKiB5xfW6Sz2QMIcHh9WqfrHBzIgtQEuoUEsWH9HRw48J7vTt5KBAd3OlyQcw4hMnIAdnsQpmlQVeUmP7+QH3cuY/369WRnZ1sd11JFRUUYhqEinYiIiIiIiFjPbndo04hWpqK4iBX/e5sV7y6ke/IgBo+fTJ8hZ9IrNY5iVyWrPtrJhu98t8ZgWaGbt5/4gck3pdDpD38gsEsXcp966qSOLfn4E7ylpcwaPIsle5YwocvImkJCmQuA4AA7uH2Ts3doMG+nJRAXaGftj7+goOA735y4BbPbQ4mKSiYqKu3gWnKnERQUC4DX66akpIKNG7eQlZXF+vXrqapqwkUAW6Hi4mK/KdBBI4t0Y8eOZcGCBcTExNR5vri4mGnTpvHZZ5+d1HlWrFjBc889R2ZmJrm5ucydO5dx48bVvv6b3/yGd955p84xGRkZPPfcc7WPCwsLefjhh/niiy+w2+1MmDCB3/3ud4SHh9e22bhxIw899BBr166lXbt2XHnllfzyl7+sc94PPviAZ555hj179tCzZ0/uuusuRo0addJ9IiIiIiIiYgWb3U7BPm0a0SqZJtlrfyR77Y+EOaNJHj2e1PGTGXNVf0Ze3Icda/P5bsFmygpPvTBTVeHhf8+sYfw1A0j45fUEdulCzuzZJ45YVUXRokUkX3IJ/936Xyb1mgQxvaCsZmfNoADfFEhSIkJ5MzWBcLvB6h+mU1KS6ZPztiw2wsJ61hTkogYTHX064eF9sNkcmKaXyspK9u/PZ/v2dWRmZnLgwAGrA7d4KtIBe/bswTCMo56vqqpifwN2jCkvLycxMZHp06dz8803H7PNyJEjeeyxx2ofBwUF1Xn9rrvuIjc3lxdeeIHq6mruu+8+HnjgAebMmQNAaWkp1113HcOGDePBBx8kKyuL++67j6ioKC655BIAVq1axezZs7nzzjsZPXo07777LrNmzWLhwoX069fvpN+PiIiIiIiIFSqKi6yOIKeovKiQ5YveYvl/F9BjUBqDx00iYchQEtLiKHJVsurDbDYuPbVirOEx+eg/6xhxkZvUKZMJ7NyJnZddfsLjCt9aQLsrr6R/bH9sNhsMubZmyisQ6Dj1AsmZznBeHdybQNPNyuVTqajYccrnbAkCAqJqNneISsXpTMfpTCMgIBKA6upKiovL2Lo1k40bN7Jp06Zj1lnk+IqLi62O4FMNKtIdOULum2++ITIysvaxYRgsXbqULl26nPT5Ro0adcLRakFBQcTHxx/zta1bt/LNN9+wYMECUlJSALj//vu54YYbuOeee+jQoQP/+9//qK6u5tFHHyUoKIi+ffuyYcMGXnjhhdoi3bx58xg5ciTXX389ALfffjtLlizhlVde4aGHHjrp9yMiIiIiImKFytISqyOIr5gmO39cxc4fVxEe0652dN3Yq/sz8pI+7Pgpj+/e3kJ5USNH15nw3VtbKCtwM+KiNHp//BHbzjsfKutfC8+9aRMV69czpsfZ7CrZRbe+E+CzBwGw22yNy3HQ+Ngonkvuiekp4fvlE6mqyj2l81nFZnMQHt7v4FpyaUQ7hxAW1gMAw/BQXl5BdnYuW7cuIzMzk6IiFdZ9oU0X6WbNmgWAzWbjN7/5Td0TBQTQpUuXo54/VcuXL2fYsGFERUVx5plncvvtt9dOs129ejVRUVG1BTqA4cOHY7fb+emnnxg/fjxr1qxhyJAhdUbgZWRk8O9//5uioiKcTidr1qzhF7/4RZ3rZmRk8Omnn/r0vYiIiIiIiDSFyja0m2NbUlaQz/cL32D5O2/Rc3A6gydMou+Q0+lzWjyFuZX88P4Ospaf/Gy2I635dBdlhVWMu6Y/fT7/nO3nn4c311Vv+8I33qDjH//Ihpzv6NhhCIGGB7OyGFtIVGPfHhd2iOHZ/t2pch/g++/H4/WWNfpczS0oKB5nVNrBzR3SiYxMweEIwTQNqqvdFBQUs27dCtavX8/27dutjuu3SktL2+7GERs3bgRgzJgxLFiwgHbt2jVJqENGjhzJ+PHj6dq1K7t27eKpp57il7/8JW+88QYOhwOXy3VUhoCAAJxOJ7m5NdV3l8tF165d67SJi4urfc3pdOJyuWqfOyQ2NhaXq/4PqPp4vd4GH+NLh65vdQ6rqR8OU18cpr44zF/6oiXl93q9LSpPQ+meaBq6L/xHS+gL/TlIfUzDwF1RbnUMaUKmabB9zUq2r1lJRLtYUsZMYNC4SYy/diCjLu/LtjV5LHl7CxUl1Q067+aV+ykvqWLKTYPo/dHH7Lz4Yqq2bDlm2+L3FtPhvvvoE92HwIAQ6D4cyvOgkUW667rE8Ui/rpSVbWf5iskYRsvdEMFuDyIiYiBOZyrOqDSio4cQHNwBAK+3itLSCrZs2cmWLVvIzMykoqLC4sRth2malJeXExERYXUUn2jUmnSff/65r3Mc05QpU2q/TkxMJDExkXHjxtWOrmuJ1q5da3UEoOXksJr64TD1xWHqi8Nae19kZWVZHaFWVlaWX/wLnu4J39J94X/UF9ISuSsqwDStjiHNpDQ/j6ULXmfZwjfolTqEwRMmk3hGOv1Ob0/h/kpWvL+dLStPfsOBPZsKePuJHzjvtlR6LlzI7l/9ivKlS49qZ5SVUbz4feKnTsEwDezpM6F0P7Tr1eD3MLtnB+7u1Ymi4p9YuXJag49vaiEh3WoLcs7oIUSEJ2K3B2CaXtxuNy5XATt2fMe6devIycmxOm6bV1FR0baLdABLly5l6dKl5OXlHbW44ZEbPfhSt27diImJYefOnQwbNoy4uDjy8/PrtPF4PBQVFdWuYxcXF3fUiLhDjw+NnjtWm7y8vKNG152MlJQUHA5Hg4/zFa/Xy9q1ay3PYTX1w2Hqi8PUF4f5S1+0pMV1+/XrR2pqqtUxGk33RNPQfeE/WkJfHMog8nPuMk11bYtMw2DbquVsW7WcyNh4UsaMZ9D4yUy8Ppmzr6hi22oXSxZuobLUc8Jz5e0pZcHjKznvtlS6/fvf7P39/RS/s+iodoVvvUX0hTVFNbNnBracVQ0qENuAh/t24fqu8bjyvuLHH6896WObisMRQVTUoCPWkksnMDAaAI/HTXFxGevX12zssGHDBjyeE/enNK/K46yn2No0qkj397//nblz55KcnEx8fHzN7i7NYN++fRQWFtYW4NLS0iguLiYzM5Pk5GQAli1bhmEYDBo0CIDU1FSefvppqqurCQwMBGDJkiX06tULp9NZ22bZsmV11qVbsmRJo36odjgcLeKH2JaSw2rqh8PUF4epLw5r7X3RkrK39r48pLW/j5aWvbX35yH+8j58QX0hLVFFiX8tnC4NV5KXy5K3XmPp2/PpnX46g8dPJmlYOolDO1Cwr4Ll721j2+rjL+dUkl/Jgj+v5NybB9PpkUcJ6toV17N/r9OmYvVqqnbuJLBbN7yRHQkozwNOrkgXYINnkrpzYYcY9u5dxPoNsxv7dk+BnfDwPjU7rtZu7tALm82OYXiorKwkJyePbdtWk5mZSV5engUZpaEqKiowTbPZalNNqVFFuvnz5/PYY49xwQUXnNLFy8rKyM7Orn28e/duNmzYgNPpxOl08ve//52JEycSFxfHrl27+Mtf/kKPHj0YOXIkAAkJCYwcOZLf//73PPjgg1RXV/Pwww8zZcoUOnSomR8+depU5s6dy+9+9zt++ctfsnnzZubNm8dvf/vb2uvOnDmTq666iueff55Ro0bx/vvvk5mZqZ1dRURERESkRTNNk4pi7RIpNUzDYOvK79m68nui4tvXrl036VeDcJdXsXWVi6ULt1BZfuzRYO5yD4v+upoJ1w2k1003Edi5C3uP+N0ZoGD+fNrffTcBjkCI7XtSuULsNv4zsCdjYqPYtetFNm/50ym/15MRGNiutiDndKbjjBqMwxGGaZp4PG4KC0vYtGkNGzZsYMuWLZiaNt4qud3utl2kq66uJj09/ZQvnpmZycyZM2sfH5omO23aNP74xz+SlZXFokWLKCkpoX379owYMYLbbrutzk6tTz75JA8//DBXX301drudCRMmcP/999e+HhkZyXPPPcdDDz3EhRdeSExMDDfddBOXXHJJbZv09HSefPJJnn76aZ566il69uzJ3Llz6dev3ym/RxERERERkaZiGgYVpSVWx5AWqDj3AN+98QpLF7xO79POIHX8ZAZkpJE0rAP5e8v5/t3t7Pjx6NF13mqDD/+5lpGX9iNl2gUEdu5E9tW/qH296L//o/3s2WC3Q4dkaiax1i/SYeeVQb0Z4gxn27an2Lnz/3z8TmvYbIFERCTVFOSiUnFGDyE0pAsAhlFNWVkF27btYevWraxdu5aystazk6wcX2Vlpd8UWBtVpLvooot49913mTVr1ildfOjQoWzatKne15977rkTniM6Opo5c+Yct01SUhKvvfbacdtMmjSJSZMmnfB6IiIiIiIiLYVpGlSqSCfHYXi9bFm+lC3Ll+Js34GUsecwaOxEptw4iMryKraszGXpoq1UHTG6zjTh69ezKM13M2zaUHq9v5jtF0yDqiq8+fmUfPY5kWPHYIRE4TjO6KW4wADeTE2gX1gwWRvvJ2fvfJ+9r+DgTgfXkUsl2jmEyMiB2O2BmKZBVVUl+flF/LhzGevXr68zg0/8j9vttjqCzzSqSOd2u3nzzTdZunQpiYmJBATUPc1vfzYcVkRERERERJqCjcpSbRwhJ6fowH6+ff0llrz5Kn1OH8rgCVNIPmsQ/Yd3JD+nnO//t5WdmYc3Z1z10U7KityMmdmfPp9/xrap52EUFFD41ptETZwAprfea3UNDmRBWh+6BAewPvNmcl0fNTq33R5KVFQyUVFpB9eSO42goFigZnOH0tIKNm7cTFZWFuvXr6eqqqrR15LWp81vHLFp0yaSkpIAyMrKqvOaP8wBFhERERERaQ1sdrtG0kmDGV4PWcu+I2vZd0R36MSgceeQMmYC596cSmWZm80rclm2aBtVlR42LdtHRXEVk36dQsInn7BzxgzKliylev9+Ag+uBf9zfcOCWZDah3YBNn5acxWFhd83IJ2NsLCeNQW5qFSio4cQHt4Hm82BaXqprKxk3748duxYx9q1a8nNzfVNp0ir5Xa7sdvtVsfwiUYV6V5++WVf5xAREREREZEGstlseKo1akgar3D/Xr5+9QW+e+Nl+pwxnMHjJ5NydjIDMjqSt6ecZf/dRvb6fBY+uYrzbh1Mz0WL2HX9dRS+9RZxN96I7Wc7Xg+ODOXNwQmE2r38sHI6ZWUbjnv9gABnzeYOUYNrNndwphEQEAlAdXUlRUWlbN2aycaNG9m0aROGYTRZX0jr5PF4/GbAWKOKdCIiIiIiItIy+Msvp2Itr8fDpiVfs2nJ18R06sygseeQPGYC592aSmWpm6zlB1j019VM+vUgur3wIq4nnwSbrc6C/SOiI3hlUG/sZgUrvp9MZeXuOtew2RyEh/c7uJZcGtHO0wkL6w7UbO5QXl5JdnYuW7cuIzMzk6Ii7VwsJ+Yvm0ZAI4t0V1111XH/Ipg3b16jA4mIiIiIiMjJMlWkE58r2JvDV688z7dvvEzfM4aTOmEKg8YMYOBZnSjcX0m120v83XdjVFRgDw0F4Jw4J/8e2BOvp5Blyybg8eQTFBSPMyrt4OYOpxEZmYzDEYJpGlRXuykoKGbduhWsX7+e7du3W/yuRazXqCJd//796zz2eDxs2LCBzZs3c8EFF/gil4iIiIiIiJyICTabf6zFJC2Pt7qajd99xcbvvqJdl641o+tGjyc4LAjD8GIPC8NmszE4MpTRyT3xesvYves5khL/SHT0EIKDa9as83qrKC2tYPPmHWzZsoV169ZRUVFh8bsTf9HmR9Ldd999x3z+2Wefpby8/JQCiYiIiIiIyMkxAZtdI+mk6eXv2c2X8/7Dt6/Po++ZI0idMIXO/ZIwTZO4oEBM0yQwIIKE3nfgdrvJzc1n587vWLduHTk5OVbHFz/W5ot09TnvvPOYMWMG9957ry9PKyIiIiIiIsdkgkbSSTPyVFex4Zsv2PDNF5xz0x0MOGsMHo+ndmOHDRs24PF4rI4p0ir5tEi3evVqgoKCfHlKERERERERqY+pjSPEGkkjRjFg5BgwTCoqKliwYIHVkaSNavMj6W6++eY6j03TJDc3l8zMTG666SafBBMREREREZETs9k1kk6aV/tefZh0051U7y3Dk1dBeHIsdrsdwzCsjiZtUJsv0kVGRtZ5bLPZ6NWrF7feeisZGRk+CSYiIiIiIiInppF00pzCoqK59I+PY5Z7cL2YSfgZHQkbFE9ERATFxcVWx5M2yJ8+AxtVpHvsscd8nUNEREREREQazPSrX1ClZbPbA5j5xN9w2APJfX4NRkk11XvLAHA6nSrSiSWCgoIwTf/4LDylNekyMzPZunUrAH379mXAgAE+CSUiIiIiIiInZpqa7irN57KHnyDMGUPeS+uo3lcOQNXuUqCmSLdr1y4r40kb1eaLdHl5edxxxx0sX76cqKgoAIqLixk6dCh//etfadeunU9DioiIiIiIyLH5wy+m0vKdM+tOOvbpR+H/tlK5qaD2eaO4CsNr1NYGRJrboSKdP2jUP7k8/PDDlJWVsXjxYpYvX87y5ct57733KC0t5U9/+pOvM4qIiIiIiEg97A6H1RHEzw0570IGjBxN6dIcSpfkHPW64fXidDotSCaiIh3ffPMNf/jDH0hISKh9rk+fPvzhD3/g66+/9lk4EREREREROR6TkIjIEzcTaaReaUM469Jf4N5cSOG7W4/dqMpQkU4sExgY6DcjihtVpDMMg8DAwKOeDwgI0JbLIiIiIiIizcRmtxPmjLY6hvipmE5dOH/2/XjyKsl7dQPU8+u+WeYhJiamecOJHBQUFGR1BJ9pVJHuzDPP5JFHHmH//v21z+3fv5/HHnuMYcOG+SyciIiIiIiI1M9udxAereKI+F5QSAhXPPJXqDJxvZCJ6fbW29ZbXKU16cQyQUFB2P1kA51GbRzxwAMPcOONNzJ27Fg6duwIwL59++jbty9/+ctffBpQRERERORUZWdn43K5Gn281+slKysLwzBwNHL9r7i4OLp3797oDCL1CY/Wxn3ie1c98XeCgkPI/edPeAvcx23rya8kom8MgYGBVFdXN1NCkRrBwcF+M921UUW6Tp068c4777BkyRK2bdsGQEJCAsOHD/dpOBERERGRU5WdnU1iUn8qK8otzRESGsamjRtUqBOfC9MIJvGxGfc/QnSHjuS9toGqXSUnbO85UPP5GhUVRV5eXlPHE6nDn0ZxNqhIt3TpUh5++GHefPNNIiIiGDFiBCNGjACgpKSEKVOm8OCDDzJkyJAmCSsiIiL1O5WRQr4YJQQaKSQtk8vlorKinJTpswmP72ZJhrLcXax9ew4ul0vfI+JzweER2Gx2TFPrg8upG/2LG+ieMpiij3dQ8dPJ/VxRtbcMUJFOrBEREWF1BJ9pUJHupZde4uKLLz5mB0RGRnLJJZfwwgsvqEgnIiLSzDRSSOTEwuO7EdW5j9UxRHzOZrMREhlJRXGR1VGklUsZM5G0iVMpW72fks93nfRxVbtrRttph1dpbna7ndDQUKtj+EyDinSbNm3i7rvvrvf1ESNG8Pzzz59yKBEREWkYjRQSEWnbwpzRKtLJKemSNJBx18+ialcJBQs2N+zgKgOvx6sinTQ7fxpFBw0s0rlcLgIC6j8kICCA/Pz8Uw4lIiIijaORQiIibVNYlBNNMpTGimgXy0X3PYxRXEXeS+vAazb4HKbHUJFOml1kZKTVEXyqQUW6Dh06sHnzZnr06HHM1zdt2kR8fLxPgomIiIiIiMjJCXNGWx2hUfaWVvDjgQJc5ZWUe7xM6NmJntGHR8aUV3tYnuNid0k5bq9Bp4hQRnSNxxkcVO85DdNk9f58svJLKK/24AwOZGjnOLpFhde22ZxfzPK9eVQbBontohjW5fDvsSXuat7ftodp/boRdArrtLYW9oAAZv75WeymnQPP/4RR7mncidwq0knz87eRdPaGNB41ahTPPPMMbvfR2y9XVlby7LPPMnr0aJ+FExERERERkeMzDIOwqNZZHKk2DGJDgxjRtf1Rr5mmycfb91JcVc2E3p2ZntidiKAAFm/ZQ7W3/k0yVuzNY0NeESO6xjMjqQcD4px8vH0vrvJKACo9Xr7edYAzO8cxOaELmwtK2FlUWnv8t7sPcEanuDZRoAO46rFnCImIJO/lDXhyKxp9HqO0mpiYGB8mEzmxyMhITLPhIz9bqgaNpLvxxhv5+OOPmThxIldccQW9evUCYNu2bbz22mt4vV5+/etfN0lQEREREREROZppeAlrpSOYukeF0/2IEW5HKnJXc6C8kosSu9MuNBiAkV3b8/K67WwtLCEp9tjveXN+MWkd2tWed0BwNLtLyvkpt5AxPTpS7K4myGEnIaZmmlzniFAK3dX0ALYUlGC32egV7V+jc+oz9c77iOveg4K3N+PeWnhK5/IWuYlsH+WbYCInKTIyEsMwcPhJUb1BRbq4uDjmz5/PH//4R5566qnaaqXNZiMjI4MHHniAuLi4JgkqIiIiIiIiR7PZ7Djbd7Q6hs8ZB3/fDLDbap+z2Ww4bDb2lVbUW6TzmiaOI46pOYedfaU1o8ScwYF4DBNXeSURQYHklleS2C4Kt8fLyr15nNunSxO9o5Zl2EWX0/eMYZR8tZuyFftO+XyevApCB8QSGhpKRUXjR+SJNER0dLTVEXyqQUU6gC5duvDvf/+boqIidu7cCUCPHj0091xERERERMQCdoeD+O69rI7hc9EhQUQEBrB8bx4ju7YnwG5nbW4BZdUeyj3eeo/rGhnG2txCOkWEEhUUyJ7ScrYXlnJoQlxwgIOzu3fgi+z9eA2TvjFRdIsK56vs/QyMc1JS5eGj7XsxTJPTOrajd7R/LUwP0O/MDIZNv4zKDfkUfbjdJ+es3l8OQFRUlIp00mzi4+P9ZhQdNKJId4jT6WTQoEG+zCIiIiIiIiKNENOpMzabHdOsf6221sZuszG+Vye+zt7PS5nbsAFdIsPoFhl23OOGd43n6+wDvLmhZlBJVHAgibFRbMorrm3TKzqizpTWnNJy8ivcjOgaz/z1OxjTsyNhAQG8k7WLTuGhhAY2+lfnFie+e0+m3HI31fvKyH99I/hoOa+qPTXr+jmdTvbv3++bk4qcQGxsrNURfMp/PmlERERERETaKEdgIFHt21O0/9SnLbYk8WEhTE/qQZXXi9c0CQ0I4J2sbOLDQuo9JjQggIm9O+MxDNweg7BAB8v35hEVHHjM9l7D4LvduYzu3oEidzUG0DmiphAYHRzIgfJKejj9Y426kIhILnvoScwKL64X12FW+66o69lfhmmammUnzSY8PJzg4GCrY/hUg3Z3FRERERERkZYprmt3qyM0mSCHg9CAAIrcVbjK3fSsZ7OJIwXY7YQHBWAC2wtL6VHPMav2F9A1Moy4sBBM06yzU6RhmvjNxpF2O1c/8XcCAgJxvZCJUVzl2/Mb4PV4iYrS5hHSPPxtFB1oJJ2IiIiIiEirZ3i9xHbtztYfllsdpUGqvQZF7urax8VV1bjK3YQE2IkICmRbYQkhDgcRQYHkV7pZsjuXHs5wuh5RcPti5z7CAwM4o3PNJoYHyiopq/YQGxpMWbWHH/blYWIyuH3MUdcvqHSzrbCEC/vVFDijQ4IA2JhXRFhAAIXu6uOO2mtNLnvwCcLbtSNv3nqqc8qa5iLVhkbSSbOJi4vDNE1sNtuJG7cSKtKJiIiIiIi0cibQrhWOpMstr+S9rXtqHy/LcQHQLyaSs3t0pLzay9I9Lio8HsICAujbLor0Du3qnKO0ysORv6J7TIMVe/MoqaomwG6je1Q4o3t0JDig7uLypmny9a4DnNk5jkBHzSSzALuds7t34LvduXhNkxFd4wkPav2/Nk/41a107pdE4eJtVG7Ib7oLVRp+t9umtFyxsbEYhqGNI0RERERERKTlcDgctO/R+nZ47RwZxg2pfet9PTk+muT46OOeY2rfrnXPGRHGxf17nPDaNpuN8/t2O+r5Hs4Iv1mDDiB98vkkjx5P6fd7Kf1mz4kPOAXekiqiY6Kb9Boih8TGxvrVKDrQmnQiIiIiIiJ+IaZzF/CzX1jl1PQYlMrZV16He2sRhf/d2uTX8xRUEhER4XeFE2mZOnbsiN3uX2Ut/3o3IiIiIiIibVRAYBBRce2tjiEthLNDJ6bd/Qc8BW7yXlkPRtPvgOFxVWC324mI8J+RiNIyBQcH++XUahXpRERERERE/ERct9a3Lp34XkBQCFc9+jQ2D7iez8Ss9DbLdT37ywG0eYQ0uY4dO1odoUmoSCciIiIiIuIHDu3wKjLzib8RFBqK66X1ePMrm+267t0lgIp00vQ6d+6MYRhWx/A5FelERERERET8gklc955WhxCLXfjbB4np1Jn8t7Ko2lncrNc2CtwYhkFUVFSzXlfank6dOlkdoUmoSCciIiIiIuIH7I4AuvZPtjqGWOisK6+jV+ppFH+6k4o1uZZkMDxejaSTJte9e3e/2zQCVKQTERERERHxG1Fx8YTHtLM6hlhg4KhxDJlyAeU/5lL8abZ1QapMFemkSYWFhfnlphGgIp2IiIiIiIhf6ZLY3+oI0sw69klkwg23ULWnhPy3NlmaxSz3+G0BRVqGLl26WB2hyahIJyIiIiIi4ie8Hg+dEwdYHUOaUXh0Oy554DGMUg95L64Hj2lpHm9JlUbSSZPq2rUrXm/z7Fjc3FSkExEREREROQWvvfYaU6dOJT09nfT0dC655BK++uqr4x7zwQcfcM4555CSksLUqVNP2P5kOQIC6DYgxSfnkpbPHhDAzCf+hh0HruczMcqqrY6EJ6+SsLAwAgICrI4ifqp3795+uR4dqEgnIiIiIiJySjp27Mhdd93FwoULefvttznzzDOZNWsWmzdvPmb7VatWMXv2bC666CIWLVrE2LFjmTVrFllZWT7JE9+9J4EhoT45l7RsV/zpKUIjneS9sh7PgXKr4wDgya3JoR1epSkEBQXRpUsXbDab1VGahIp0IiIiIiIip2DMmDGMGjWKnj170qtXL+644w7CwsJYs2bNMdvPmzePkSNHcv3115OQkMDtt9/OgAEDeOWVV3ySx2a30zVpoE/OJS3XlNvuoX2v3hT+dyvuzYVWx6lVvbcMUJFOmoa/7up6iP++MxERERERkWbm9XpZvHgx5eXlpKWlHbPNmjVrGDZsWJ3nMjIy6i3qNTiDx0P3lME+OZe0TEOnXUzisJGUfLuHsu/3Wh2nDvfuUgCtSydNonfv3n67Hh2AJomLiIiIiIicok2bNnHppZfidrsJCwtj7ty59OnT55htXS4XcXFxdZ6LjY3F5XL5JIsjIICeg9P56uXnfHI+aVkSTj+TETOupHJTAUWLt1kd52iVHrxer4p00iQSEhJwOBxWx2gyGkknIiIiIiJyinr16sWiRYt48803ueyyy7j33nvZsmWLZXniuvUgNFLTDf1NbNfunHfbb/DkVpD/2kawdiPXepnVhop04nNhYWF06NDB6hhNSkU6ERERERGRUxQUFESPHj1ITk5m9uzZJCUlMW/evGO2jYuLO2rUXF5e3lGj605Vt4GDfHo+sVZwWASX/2kOptvA9UImZlULnvJXpSKd+F7Pnj2tjtDkVKQTERERERHxMcMwqKqqOuZrqampLFu2rM5zS5YsITU11WfX93o89Ejx3fnEYnY7M//yLIGBwbheWIe36Nj3VkthlFYTHR1tdQzxM/6+Hh2oSCciIiIiInJK5syZw4oVK9i9ezebNm1izpw5LF++nKlTpwJwzz33MGfOnNr2M2fO5JtvvuH5559n69atPPvss2RmZnLllVf6LJMjIIC+Q4djs+lXPn9wyQOPEhUXT97rG6neU2p1nBPyFrm1u6v4lM1mIykpya/XowNtHCEiIiIiInJK8vLyuPfeezlw4ACRkZEkJiby3HPPMWLECAD27t2L3X64WJaens6TTz7J008/zVNPPUXPnj2ZO3cu/fr182mu0MgouiQNYPeGTJ+eV5rXuOtn0bV/MkUfbKdyXZ7VcU6KJ6+S0P6xBAcH43a7rY4jfqBLly5ERERYHaPJqUgnIiIiIiJyCh599NHjvv7yyy8f9dykSZOYNGlSU0UCaqa89jszQ0W6Vix1wmQGjT2HshX7KPlqt9VxTlr1gTIAnE4nBw4csDiN+IOkpCS8Xq/fj6TT2GcRERERERE/5AgIIHH4SE15baW6DRzEmF/8mqqdxRQssm6n4MaozjlcpBPxhYEDB/p9gQ5UpBMREREREfFbYVFOOif1tzqGNFBUfHum/+ZBvIVuXPPWg9e0OlKDVO8txTRNFenEJ9q3b09MTIzVMZqFpruKiIiIiIj4Ka/HQ+KZGezZsM7qKHKSAoKCuOqxZ7B5beQ+n4lZ4bE6UsN5wevx+t3mEevWrWP37t0UFxfjcDiIi4sjNTX1qPfpcrn48ccfycvLw2azERMTw9lnn01AQP0lmPLyctasWcPevXvxer1EREQwdOhQYmNjAdiwYQMbNmwAoH///vTvf7j47nK5WLlyJRMmTKiz/qW/SEpKwjAMv3xvP6cinYiIiIiIiJ9yBASQOGwkn7/4LzBb12istuqqx/9GcFg4uf9Ziyev0uo4jecx/G4k3YEDB+jbty+xsbEYhsFPP/3EF198wZQpU2oLcC6Xiy+//JIBAwYwZMgQbDYbhYWF2Gy2es9bVVXFp59+Svv27Tn77LMJDg6mpKSEoKAgAAoKCli7di1nnXUWAF9//TWdOnUiOjoawzBYsWIFZ5xxht8WsQYOHHjc/vMnKtKJiIiIiIj4sTBnNF0SB7Bno0bTtXQX3PMA7bp0Jf/NTVRtL7Y6zqmpNIiOjrY6hU+NHj26zuOhQ4fyzjvvkJ+fT/v27QFYtWoV/fr1Y8CAAbXtTjSicP369YSFhXHmmWfWPnfkTqYlJSVER0fTsWNHAKKjoykuLiY6OpoNGzbQvn372hF3/iY6OpoOHTpYHaPZqEgnIiIiIiLix2p2eR2hIl0Ll3HpTHqnn07x59mUr2r9O6J6S6r8rkj3c9XV1QC1I94qKyvJy8ujZ8+efPLJJ5SUlBAVFcXgwYOJj4+v9zx79uyhU6dOfPvttxw4cIDQ0FD69u1Lnz59gJoNOEpKSigrq9mQo7i4uPa57du3M3HixCZ+p9YZPHhwm5nqChZvHLFixQp+/etfk5GRQWJiIp9++mmd103T5JlnniEjI4NBgwbxi1/8gh07dtRpU1hYyOzZs0lPT2fIkCHcd999tTfuIRs3buTyyy8nJSWFUaNG8e9///uoLB988AHnnHMOKSkpTJ06la+++srn71dERERERKS51ezyeha0kelirVFSxijOOH8GFZl5FH+y0+o4PuEtdBMREeG30xRN02TVqlXExcXVFiNLS0sBWLt2LQkJCZx99tm0a9eOzz//nJKSknrPVVpayubNm4mMjOTss8+mb9++rFq1im3btgE1RbpBgwbxxRdf8MUXXzB48GCcTicrVqwgNTWVvXv38v777/PBBx9w4EDrL/AeYrPZSE9P99t76FgsHUlXXl5OYmIi06dP5+abbz7q9X//+9+8/PLLPP7443Tt2pVnnnmG6667jvfff5/g4GAA7rrrLnJzc3nhhReorq7mvvvu44EHHmDOnDlAzc1+3XXXMWzYMB588EGysrK47777iIqK4pJLLgFqhqPOnj2bO++8k9GjR/Puu+8ya9YsFi5cSL9+/Rr2psrK4FjbAjscEBJSt1197HYIDW1c2/Jy7BUVx85hs0FYWJ229a5L8fO2FRVgGPXnCA9vXNvKSvB6fdM2LOzwDx5ud/39cIy2eI6zGGtoaE0/A1RVwcF/LTnltiEhh7M1pG11dU37+gQHw6EFSauroaKi/r44sq3HU9MX9QkKgsDAhrf1emv+7OoTGFjTvqFtDaPmXmtIW6/32H0REFDTF1DzPVFeXv95G9K2Id/3zfgZgWkeuy9a42fEEQKrq7Cb9Z/XHRhc+30f6KnGbtR/3oa0tR15TSs/Iw5yeL0EV9X/fVTtCMQ4eF6H10OAt/7PvyPb2r1eAr31Z/A4jviRwuM5/n3ZlJ8RB9lM47j94LU78ATUtLcZBkGe+j9XDbuD6oNtMU2Cq+v//KvTFg5/nx1LS/6MOOTIz4qAgNb3GXFE22AgpNpd733RVJ8RVQFBmAe/7wM5wT1xos+Ik/w8FDmWcGc0Xfr1Z8+m9VZHkZ/p0KsPk268k+qcUvLf2AR+snSgx1VBmMNBeHh4bfHKn6xcuZKioiLGjRtX+5x58O/FPn360Lt3bwDatWvHvn372Lp1K6mpqfWer127dgwePLj266KiIrZs2VJ7nr59+9K3b9/a9tu2bSMwMJDY2FgWL17MxIkTKS8vZ8mSJUydOhXHsX4PbmW6d+/ud+sanoilRbpRo0YxatSoY75mmibz5s3jxhtvrL3pn3jiCYYPH86nn37KlClT2Lp1K9988w0LFiwgJSUFgPvvv58bbriBe+65hw4dOvC///2P6upqHn30UYKCgujbty8bNmzghRdeqC3SzZs3j5EjR3L99dcDcPvtt7NkyRJeeeUVHnrooYa9qc6dj/2D1+TJsHjx4cft29f/y/2oUfDll4cf9+wJLtex2w4ZAitW1D60p6SQtrOef3kZMADWHTHE/fTTYX09f0n36AFHjlo86yxYufLYbePiIDf38ONJk6C+kYhhYXX7Z/p0eP/9Y7eFuj/8X3UVLFhQf9vS0tofxm033kjavHn1tz1wAA4NN77zTvi//6u/7fbtNX8GAL/7HTz5ZP1tMzNh4MCarx99FB58sP62y5fX/BkAPPMM3HNP/W2/+ALOPrvm63/9C45R1K713nswZUrN16++iuOaa0irr+2bb8KMGTVfv/MOXHxx/ed94QX4xS9qvv7oIzj33Prb/v3vMGtWzdfffAM/W7uhjieegLvvrvl61So444z62/7hD/DHP9Z8vWEDJCfX3/auu+Avf6n5OjsbevXCAcfui5tugrlza752uWq+P+tz9dXw4os1X5eXwxFrRRzloovgrbcOPz5e22b6jGDAANi589h90Ro/I374ofbLexbO4ax139Xb9Lz7F+AOqily3Pq/vzNhzWf1tr343lcpCq/5geCGD//DecsX19t22uW/P/zAys+Ig2udXLBhCXf9e3a9TX9/xR9Ynlhz3jE/fcld7zxdb9s/XfwbvknOAGDEhqXc/+bj9bZ9ctrtvN2hJwBRS5fC0KH1523Kz4jzzgOgZ8F+XvvnnfU2fWvEhfxn4rUAtC/KZd5fr6u37f/OmMLcc28EwFlezJt/vqLeth+njmXOhXcAEAakZmTUn7cFf0YcUuezojV+Rhzxc8TLwIzn7q23aVN9Rsy84zn2x9SspfMIJ7gnTvQZER5ef9+InIDX4yFx+EgV6VqYsKhoLvnjnzHKPLheXAee4/wjRStTvb/m89rpdPpdkW7lypXk5OQwduxYwo74R6nQg//w9fM16JxOJ+XH+cf9kJCQo46Jiopi165dx2zvdrvJzMxk3Lhx5OXlERkZWfufYRi1a9i1dqmpqXi9Xr8oOJ6sFjupd/fu3eTm5jJ8+PDa5yIjIxk8eDCrV68GYPXq1URFRdUW6ACGDx+O3W7np59+AmDNmjUMGTKkdo44QEZGBtu3b6eoqKi2zbBhw+pcPyMjgzVr1vjs/Zimidfrrf3veP840qC2UKftcTP8rG1DztugtsfZNaohbWmmtkZD2h7vX/ZbY1vDONz+BG2NI9ue4F5rdW1/9j3nq7Y//15uSNum+oxoEW19/BnRUrSE7/uW4kR5m/r7vrXQZ0Q9bZvo54jWoCHf9yIN5QgIYOCocQQcmhEglrPbA5j5xN9w2APIeyETo/Q4o+ZboardNYW5E22a0JqYpsnKlSvZvXs3Y8aMqbO5A0B4eDihoaFHTW0tLi4m/MiR4D8THx9/1DElJSX1HrNq1SqSkpIICwvDNM06f2cYhnHCvx9bg6CgIJKTk9tUgQ7AZraQP73ExETmzp1bO2pu1apVXHbZZXzzzTe1u6QA3HbbbdhsNp5++mn+8Y9/8M477/DRRx/VOdewYcO45ZZbuPzyy7n22mvp2rVrnRFxW7ZsYcqUKbz//vskJCSQnJzM448/zrlHjAx69dVXmTt3LkuWLDmp/F6vlzVr1mCrqOBYs6VNux3ziL8Q7ceZpmfabJhHTGlpSFtbZSW2ev5Im6otgHHEVJkGtXW7sR3nh9AGtQ0JqZ16YquqwnacH8gb1DY4uHbqia26GttxpsY2qG1QUO1Utoa0xePBfpxpb0ZgYJ0prJa39XqxH2d6rhkQgHnEtLeTbmsY2I8z5bZBbR0OzEOFfNPEfpzpdA1q25Dve31GHLvtCb7v1+/cyZVXXsmZv36a2Pjulkx3deVms/Sfd/LKK6/QPyHBss+IjZs3c+WVVzLil3No16FHvW2bcrprwf4dLPvH7bz60kv0Pzg145h5m/AzYsPWrVx55ZUM+9VTxMV3r7dtU093Lc7ZwrJ/3M7r//kPiYmJx86rz4haTf1zxMaNG7nuyisZdt2fieyUcMy2TT3dtThnCz/843bmHeeeONFnhAmYoaGkpqa2uV9axDdM0+STf/+dtZ99dOLG0uSuePSvdOjVh7yX1lG5qcDqOE2i86Mj+Pjjj1m2bJnVUXxixYoV7Ny5k7POOovIyMja5wMDAwk4+LPNxo0byczM5IwzziAmJobt27ezceNGJk2aVHvM559/TteuXWuX18rLy+OTTz4hJSWF7t27k5eXx/LlyznjjDPoeWhW10F79+5l7dq1jB8/HpvNRnl5Oe+99x4ZGRmUl5fz448/cv7559fmaa0GDx7MtGnTrI7R7Fr3n1oLlHzGGZb+0OT1elm7di0pKSlt+oc39cNh6ovD1BeH+UtfeI4oWlQHBh2nZV01BZfAE7Y7mbamreYX6n79+jE4Pf2kM/iacbBg4HU4aqfsnYjXEYDXcXI/ChgOB+6TvFf69u/PIIv6wnswo2mzn3Q/mPaTb4vNdvJtgYRBgyzrC1/wl88KwzBwA5WBwQSdxJ+fLz8j6rTl1O6JQ38eIo1mmpw2+XwV6VqASTffSceEvhT8b6vfFugADI/Xr9YU27JlCwCffVZ3SYShQ4fWrh2XlJSEYRisXr0at9tNTEwMo0ePrlPUKy0txX3EIILY2FhGjhzJjz/+SGZmJhEREaSnpx9VoPN4PPzwww+MGDGidjOFsLAwTjvtNL7//nvsdjtnnnlmqy/QAaSnp7epXV0PabF/coe2J87Ly6szki4vL4+kpCQA4uLiyM/Pr3Ocx+OhqKio9vi4uDhcP1uH5dDjuLi4etvk5eXVvt4QDoejRfwQ21JyWE39cJj64jD1xWGtvS9aUnar+1J9cfjaLYnV94WvtPb30ZKyt/a+lNbNZrcT27U7XfoPZM+GdSc+QJrEkPMupH/GaEqX5lC2JMfqOE2r2vSrIt1ll112Uu0GDBjAgAED6n39vINr6B6pS5cudOnS5bjnDQgIqDMD8JCEhAQSEo49Urw1iomJoUeP+meG+LMWW5Ls2rUr8fHxLF26tPa50tJSfvzxR9LSapYwTktLo7i4mMzMzNo2y5YtwzAMBg0aBNQsNLhy5Uqqj5iat2TJEnr16lX7YZGamnrU8NslS5Ycd+cVERERERGR1sbwekk/Z6rVMdqsXmlDOOvSX+DeXEjhu1utjtPkzHKPX2xgIM3rjDPOaDXryfqapUW6srIyNmzYwIYNG4CazSI2bNhATk4ONpuNmTNn8v/+3//js88+Y9OmTdxzzz20b9++dt26hIQERo4cye9//3t++uknfvjhBx5++GGmTJlChw41u2hNnTqVwMBAfve737F582bef/995s2bxzXXXFObY+bMmXzzzTc8//zzbN26lWeffZbMzEyuvPLK5u8UERERERGRJmJ3OOhzxnAiYmKtjtLmxHTqwvmz78eTV0neqxugDewPY5RU+dVIOml6wcHBnHbaaW121Lml010zMzOZOXNm7ePHHnsMgGnTpvH444/zy1/+koqKCh544AGKi4s57bTT+M9//kPwEWsQPfnkkzz88MNcffXV2O12JkyYwP3331/7emRkJM899xwPPfQQF154ITExMdx0001ccskltW3S09N58sknefrpp3nqqafo2bMnc+fOrV3EUURERERExG+YJoPGncOSt161OkmbERQayhWP/BWqTFzPZ2K628Yooer8SsJ7OXE4HG12ZJQ0TGpqKoGBJ7fWqz+ytEg3dOhQNm3aVO/rNpuN2267jdtuu63eNtHR0cyZM+e410lKSuK11147bptJkyYxadKk4wcWERERERFp5ewOB6kTp7Bs4RsYx9nlW3xn5hN/Jyg4hNx//oS3sP5dwv2NJ7cCm81GZGQkhYWFVseRFs5mszFs2DCrY1iqxa5JJyIiIiIiIk0jNDKKfkOHWx2jTZjx+0dwtu9A/hubqNpVYnWcZlW9rwxAU17lpPTr14/o6OjanWvbIhXpRERERERE2hjD6yV98vlWx/B7Y37xK7onD6boox1UrHVZHafZVR8sSqpIJydj2LBhbX5atIp0IiIiIiIibYzd4aBT30Ta90qwOorfGjR2IqkTz6Vs1X5KvthldRxLGOUevF6vinRyQh06dKBnz55tdsOIQ1SkExERERERaYMMr4fTz5tudQy/1CVpIGOvm0VVdjEFb2+2Oo6lTI9BVFSU1TGkhRsxYkSbH0UHKtKJiIiIiIi0SXZHAInDRhLXrYfVUfxKRLtYLrrvYYziKvLmrQevaXUka7kNoqOjrU4hLVhcXBwpKSltfhQdqEgnIiIiIiLSZpmGwYhLrrQ6ht9wBAYy88/PYjftuJ7LxCjX7rlGuUdFOjmus846C8MwrI7RIqhIJyIiIiIi0kbZHQ76nD5Ma9P5yJWPPk1IRCR5L6/H46qwOk6L4C1ya7qr1Euj6OpSkU5ERERERKQNM7weRl52tdUxWr2ps+8jrnsPChZuxr21yOo4LYYnr5Lg4GCCg4OtjiItkEbR1aUinYiIiIiISBtmdwTQc3A6XRIHWB2l1Ro+4wr6nj6Mkq92Ub5yv9VxWhTP/nIAjaaTo2gU3dFUpBMREREREWnjDK+XDI2ma5R+Z2Zw5oWXUrkhn6IPd1gdp8Wp3lsKgNPptDiJtDQaRXc0FelERERERETaOLvDQdf+A+meMtjqKK1KfI9eTLnlbqr3lZH/+kZo4xu5HktVThmmaWokndShUXTHpiKdiIiIiIiIYHi9jLzsF1bHaDVCIqO47MG/YFZ4cb2wDrNaI4KOyWPg9Xo1kk7qmDBhgkbRHYOKdCIiIiIiIoLd4aBjQl96p59udZSWz27n6j8/iyMgENfzmRglVVYnatmqTRXppFbv3r3p16+fRtEdQ4DVAURERESkaWRnZ+NyuRp9vNfrJSsrC8MwTukH6bi4OLp3797o40Wk+RhGzdp021avBFNzN+tz2YNPEN6uHXnz1lO9t8zqOC2f20t0dLTVKaQFsNvtTJo0CcMwsNs1buznVKQTERER8UPZ2dkkJvWnsqLc6iiEhIaxaeMGFepEWgG73UF89570HzGKDd9+aXWcFmnCr2+jc78kCt/bSuWGfKvjtApGSbWKdAJAWloa8fHxVsdosVSkExEREfFDLpeLyopyUqbPJjy+m2U5ynJ3sfbtObhcLhXpRFoJwzAY/Ysb2LZ6Be4yjRI7UvqU80k+exyl3++l9Nscq+O0Gp5CN5GdY6yOIRYLDg5m3LhxmKaJzWazOk6LpCKdiIiIiB8Lj+9GVOc+VscQkVbEbrcTHBbOyMt+waf/mWt1nBajx+A0zr7iOtxbCyn871ar47QqnrwKwhxxhIeHU6bCb5s1cuRIgoODVaA7Dk0AFhERERERkTrsDgeDx0+iU98kq6O0CM4OnZh29x/w5FeS98oGMLReX0NU76spzGnziLYrJiaGYcOGaR26E1DviIiIiIiIyFEMr5cJv7oFexvfgTEwOISrHnsaW7WJ64V1mJVeqyO1OtV7SgGIioqyOIlYZcqUKVZHaBVUpBMREREREZGj2B0OYrt2J23SeVZHsdTMJ54lKDgU14vr8OZXWh2nVfLkVmAYhkbStVHJycn06dPnlHaKbytUpBMREREREZFjstlsZFxyFZGxbXM3xun3PUR0x07kv5VFVXaJ1XFaNcOjIl1bFBoaypQpUzAMw+oorYKKdCIiIiIiIlIvu8PB2Gt/bXWMZjfqquvoOTid4k93UvFjrtVxWj+PoemubdDEiRMJDg7WWnQnSbu7ioiIiIiISL3sDgcJQ4aSMGQoW1d+b3WcZjFw1DhOm3wB5T8eoPjT7Ca/3k+uLN7Y/CGbC3eSV1nEg0NnkdE5rfb1lzb8ly92ryC3Ip8AewD9ontw7YBp9G/X+7jnXbTtc97c/BH5lUUkOLtxy6DLSDrimP/76Q0+zv6OkIBgrh84nXHdzqx97as9K/k4ewmPDLvVJ+/RLPcSExPjk3NJ69C7d29SU1OtjtGqqJQpIiIiIiIix2UYBuOuv4nA4BCrozS5Tn2TmHDDLVTtLiH/raxmuWaFx02Csxu3Dr7imK93jejILYMv599jH+SZs+6lQ1gs9373Vwrd9U/B/WL3cv6x9k1mJk3lH6MfIMHZjXuXPE2BuxiAJXvX8Pnu7/nziDu5YeBFzFn1EkUHz1daXc5z696pN09jGCVVmu7ahgQGBnL++edrmmsDqUgnIiIiIiIix2W32wlzxjB8xuVWR2lS4THtuPj3j2KUesh7aT14zGa57tCOKVw7YBoZndOP+frYbkM5rf0AOofH0zOqCzemXEKZp4JtRbvrPeeCLZ8wuedIzumRQc+oztyeeiXBjiA+3PEtANklexkcl0hiTE/GdBtKWGAIe8tdAPwrcwHn9R5Fh7BYn71HT34l4eHhmvbYRpx99tlERkbqz7uB1FsiIiIiIiJyQna7ndOmXEDX/slWR2kS9oAAZv75Wew4cD2fiVFWbXWkY6o2PCze8TXhgaEkOLvW2yarcCfp8QNqn7Pb7KTH92d9/jYAEpzdyCrcQUlVGVkFO6jyVtMlvD1rXZvZUpjNtIRxvs3tqsBmsxEZGenT80rL061bN4YPH64CXSNoTToRERERERE5KaZpcu7t9/LSXbOoKCm2Oo5PXfHIU4RGRuF6PhPPgXKr4xxl6d4f+dOKf+H2VtEuxMkTI+7EGXzsgleRuxTDNIgJrrtRQ0xIFLtK9wFweodkxnU7k5u+/BPBjiDuPe1aQgKCeebHV7gn/Rre3fYl72z7DGdQBHemzaRnVJdTyl+9twwAp9NJUVHRKZ1LWq6goCAuuugiTNPEZrNZHafVUVlTRERERERETord4SA0MoqJN91udRSfOve2e2nfszeFi7bg3lJodZxjSo1P4l9jHuBvo37D6R2SeXj5P2vXl2usq/ufz8sTHuM/Yx8ko3M6r296n/T4/jjsDl7Z9B7PnPUbJvccyeM/PHfK+at316x3p3Xp/NukSZM0zfUUaCSdiLQa2dnZuFyuRh/v9XrJysrCMAwcDkejzxMXF0f37t0bfbyIiIhIa2Z3OEhIP4O0c6ay+sN3rY5zyoZOu4R+wzIo+WY3Zcv3WR2nXqEBwXSJ6EAXOjCgXQIzP76PD3Z8y+WJk49q6wyOwG6zH1XEK6gspl3wsYtk2SV7+XTXMv455gE+2Pktg+L6ER0cyagup/OXVS9SXl1JWGDjNw4xSqvxer0q0vmx/v37k5aWduKGUi8V6USkVcjOziYxqT+VFdZPPQgJDWPTxg0q1ImIiEibNuqq69izcR0HdmyzOkqjJZw+jBEzrqByYz5F72+3Ok6DGJhUG8deNy/QHkC/6B6szt1ARueaoolhGqzO3cgFvUcf1d40Tf66+mV+nXIxoQEhGKaBx/AC4D34f8M89V06TY9BVFTUiRtKq+N0Orngggs0zfUUqUgnIq2Cy+WisqKclOmzCY/vZlmOstxdrH17Di6XS0U6ERERadNsNhtT77yPeffcQnVlhdVxGiy2Ww/Ou+1ePAcqyH99IzTPRq7HVOGpZE/pgdrH+8pz2VKYTWRQOFFBEby6aTHDOw0mNiSaIncJ/932Ba6KAkZ1GVJ7zF3fPklGp3QuSBgDwEV9xvPnH56nX3QPkmJ68fbWT6n0upnYY8RR139/xzc4gyMZ3ikVgOR2fZi34V3W529l+f5MekR2JiIo7NTfaJWpkXR+yG63c9FFFxEQEKAC3SlSkU5EWpXw+G5Ede5jdQwRERGRNs/ucBAVF8/Y627kw7lPWR2nQYLDIrj8oScx3QauFzIxq059lNip2FSwg9nfPln7+P+tfROACd2Hc0fqVewq2csfs5dQXFVKVFA4idG9ePqse+ts5pBTlktRVUnt49Fdz6DIXcqLG/5LgbuYBGc3Hh9+O+1C6hbJ8iuLeDVrMX8767e1zyW1681FfSdw35K/ERMcyb2nXeuT92mWVxMTE+OTc0nLcdZZZ9G1a1cV6HxARToRERERERFpFLvDwcCzxrDzp9Vs+OYLq+OcHLudmX95lsDAYA7840e8xVVWJyI1PonPpv2n3tcfPHPWCc/x2sQ/H/XcBQljakfW1addiPOYx85MmsrMpKknvG5DeIuqiOqu6a7+pE+fPowaNcrnBbp//etfzJkzh5kzZ/K73/2u3nYffPABzzzzDHv27KFnz57cddddjBo1yqdZmpO22xAREREREZFGM02D8TfcTHTHzlZHOSmXPPAYkbFx5M3fSPWeUqvjtCmevApCQkIIDAy0Oor4QExMDDNmzMA0fTtX/KeffmL+/PkkJiYet92qVauYPXs2F110EYsWLWLs2LHMmjWLrKwsn+ZpTirSiYiIiIiISKPZbHYcjgCm3vlbHAEte7LWuF/Oomv/gRR9sIPKdXlWx2lzqnNr1i7UunStX1BQEJdffjkBAQHY7b4rLZWVlXH33Xfzpz/96YT3ybx58xg5ciTXX389CQkJ3H777QwYMIBXXnnFZ3mam4p0IiIiIiIickrsDgfx3Xow/oZbrI5Sr9SJ5zJozDmUrdhH6de7rY7TJlXn1KyZpyJd63f++ecTGxuLw+Hw6XkfeughRo0axfDhw0/Yds2aNQwbNqzOcxkZGaxZs8anmZpTy/5nDhEREREREWkVbHY7A0eNpWBfDt8vfMPqOHV0GziIMVffQNWOIgoWbbE6TptVlVOGaZpERWldutZsxIgRDBw40OfnXbx4MevXr2fBggUn1d7lchEXF1fnudjYWFwul8+zNReNpBMRERERERGfybjkKpJGtJyF26Pi2zP9Nw/iLXTjenkDeH27fpY0QJWB4fVqJF0rlpCQwLhx43x+3r179/LII4/wl7/8heDgYJ+fv7XQSDoRERERERHxGdM0OeemOyjJc7Fn4zpLswQEBXPVY3/D5rVx4PlMzAqPpXkETI+pIl0r1a5du9qNIny9m+u6devIy8vjwgsvrH3O6/WyYsUKXn31VdauXXvU1Nq4uLijRs3l5eUdNbquNdFIOhEREREREfEZm82GzWZj2j0PWL7j61WPP0NwWBiueevw5lVamkUOchsq0rVC4eHhzJw5k8DAQJ9uFHHImWeeybvvvsuiRYtq/0tOTmbq1KksWrTomGvfpaamsmzZsjrPLVmyhNTUVJ/nay4q0omIiIiIiIhP2R0OAkNCuOh3DxESEWlJhgvufYB2XbpS8PZmqrYXW5JBjmaUVBETE2N1DGmAoKAgrrzySiIjI32+UcQhERER9OvXr85/YWFhREdH069fPwDuuece5syZU3vMzJkz+eabb3j++efZunUrzz77LJmZmVx55ZVNkrE5qEgnIiIiIiIiPmd3OIiMjWfaPQ/gCGjelZZGXnY1vdNOp/jzbMpXHWjWa8vxeYvcREZaU7iVhrPb7cyYMYMOHTo0WYHuZO3du5fc3Nzax+np6Tz55JO88cYbnH/++Xz00UfMnTu3tqjXGmlNOhEREREREWkSdoeDjn0TmXjj7bz/7JPNcs2kjFGcft5FVGS6KP5kZ7NcU06ex1VB6MA4wsLCKC8vtzqOnMC5555Lnz59fL4G3cl4+eWXj/sYYNKkSUyaNKm5IjU5jaQTERERERGRJmO32+mfcTbDZ1zR5Nfq0LsPk268k+qcUvLfyAJt5NriVO2vKcxFRUVZnEROZNSoUaSnp1tSoGurVKQTERERERGRJjfsostIGTOhyc4fFhXNJX/4M0aZB9eL68BjNNm1pPGq95QCaPOIFi4tLY3Ro0dbHaPNUZFOREREREREmpxpmoy/4RaSR4/3+bnt9gBmPvEsDnsAruczMUqrfX4N8Q1PbjmGoR1eW7JBgwZx3nnnYZoaitrcVKQTERERERGRJndoytzEX9/m8xF1lz3yJGHOaPJe2YBnv9Y5a9EMMLwq0rVUycnJTJs2DUDTXC2gIp2IiIiIiIg0C5vNhmmaTPjVraSMneiTc066eTYde/eh8N2tuLMKfHJOaWLVhtaka4EGDBjAhRdeCKhAZxUV6URERERERKTZ1BbqbriFQePOOaVznX7edPpnnE3Jd3soW7rXRwmlqZkVXmJiYqyOIUfo378/F110ETabTQU6C6lIJyIiIiIiIs3qUKFu/C9vZtC4SY06R6/00xl56dVUZhVQtHibjxNKUzJKqjTdtQVJTExkxowZgEbQWU1FOhEREREREWl2h4oB4385i8ETJjfo2JhOXTj/zt/hyask/7WNoI1cWxVPQSXh4eHY7SpJWK1fv35cfPHF2Gw2/Xm0APoTEBEREREREUuNu+4mUidMOam2QWFhXPHoX6HKxPV8Jqbb28TpxNc8rgrsdjsRERFWR2nTBg0axKWXXqopri2IinQiIiIiIiJiubHX3UjqxHNP2G7mn58lKCgE1wuZeAvdzZBMfK16bxmAprxa6Mwzz+TCCy/UCLoWRn8SIiIiIiIi0iKMvfbXDJl6Yb2vz3jgUZztO5D/xiaqd5c2YzLxpaqDf3Yq0llj7NixnHNOzaYtGkHXsqhIJyIiIiIiIi3GqCuvZey1N2L72eieMdf8iu4DB1H04Q4q1rosSie+YBRXYXgNoqKirI7Sptjtds477zxGjhxpdRSph4p0IiIiIiIi0qIMnjCZC+7+PQHBwQAMGjuR1AnnUvbDfkq+3GVxOvEFw+vVSLpmFBAQwMUXX0xaWprVUeQ4AqwOICIiDZednY3L1fh/QfZ6vWRlZWEYBg6Ho1HniIuLo3v37o3OICIiIlIfm81Gz8HpXPrgEyxb+AZjr5tFVXYxBQs3Wx1NfKXKVJGumYSFhXHppZfStWtXTW9t4VSkExFpZbKzs0lM6k9lRbmlOUJCw9i0cYMKdSIiItIk7A4H8d17cN7tv8FbXEXevPXgNa2OJT5illUTExNjdQy/1759e6644goiIyO1QUQroCKdiEgr43K5qKwoJ2X6bMLju1mSoSx3F2vfnoPL5VKRTkRERJqM3RGA6TWwhwcS1C2Syk0FVkcSH/EWVxHVVWvSNaXExEQuuugi7Ha7CnSthIp0IiKtVHh8N6I697E6hoiIiEiTsjnsYDOJvXogRe9vo/TbHKsjiQ948iuJ6BtDQEAAHo/H6jh+JyMjg7FjxwLawbU1USlVREREREREWjSb3YbNbiP63ARiLu6HLVC/yrZ2ngM1S7doXTrfCggI4MILL2TcuHHYbDYV6FqZFv3J9uyzz5KYmFjnv3POOaf2dbfbzYMPPsjQoUNJS0vjlltuOWoh9ZycHG644QYGDx7MsGHD+POf/3xUlf77779n2rRpJCcnM378eBYuXNgs709EREREREQaJiy1Pe1vSSMgLtTqKHIKqvaVARAVpSmvvhIVFcW1115LcnKy1VGkkVr8dNe+ffvywgsv1D4+chfCRx99lK+++oqnn36ayMhIHn74YW6++Wbmz58P1Oxe+Ktf/Yq4uDjmz5/PgQMHuPfeewkMDOTOO+8EYNeuXfzqV7/i0ksv5cknn2Tp0qXcf//9xMfHM3LkyOZ9syIiIiIiInJcNruNgNhQ2t+aRsFbWVSsbfyO92Kdqt0lgEbS+Uq/fv2YNm0aQUFBWn+uFWvxRTqHw0F8fPxRz5eUlPD222/z5JNPMmzYMKCmaDd58mTWrFlDamoq3377LVu2bOGFF14gLi6O/v37c9ttt/Hkk09y8803ExQUxPz58+natSu/+c1vAEhISOCHH37gxRdfVJFORERERESkBbI5bGCzE3tFf0qW7KFo8Xbt/NrauA28Hq+KdKfI4XAwbtw4hg0bhmEYKtC1ci2+SLdz504yMjIIDg4mNTWV2bNn07lzZzIzM6murmb48OG1bRMSEujcuXNtkW7NmjX069ePuLi42jYZGRn88Y9/ZMuWLQwYMIA1a9bUFvmObPPoo482Kq/X623cG/WRQ9e3OofV1A+H+UtftLT8Xq/XskwtqS+s7IdD128p1BeH6fvjMPXFYeqLGqfSDy3pfYi0BDZ7zVpbEcM6E9w9iryXN+AtclucShrC9Bgq0p2CmJgYLr74Yjp27AigAp0faNFFukGDBvHYY4/Rq1cvcnNzmTt3LldccQXvvvsuLpeLwMDAo+avx8bGkpubC4DL5apToANqH5+oTWlpKZWVlYSEhDQo89q1axvUvqm0lBxWUz8c1tr7Iisry+oIdWRlZVn2l2BL6gsr++HQ9VsK9cVh+v44TH1xmPqihtWfFSL+yGazEdgpgg53pFPw9mZNf21N3CrSNdbAgQM5//zzcTgc2hzCj7ToIt2oUaNqv05KSmLw4MGMHj2aDz74oMHFs+aSkpJSZ9285ub1elm7dq3lOaymfjjMX/rCMAyrI9TRr18/UlNTLbl2S+oLK/sB1BdHUl/UaEn9AOqLI6kvapxKPxz6O11EjlYz/dVB7BX9Kf8xl4JFWzArPCc+UCxllFUTExNjdYxWJTAwkIkTJzJkyBBNb/VDLbpI93NRUVH07NmT7Oxshg8fTnV1NcXFxXVG0+Xl5dWuYRcXF8dPP/1U5xyHdn89ss3Pd4R1uVxEREQ0qhDocDhaRCGkpeSwmvrhsNbeFy0tu5X92ZL6wur7Sn1R9/othb4/DlNfHKa+qGH1Z4WIPzs0/TU0JY7gBCf5b2bhziqwOJUcj7fQTWRf7e56snr27MkFF1xQWwNRgc7/tKo/0bKyMnbt2kV8fDzJyckEBgaydOnS2te3bdtGTk5O7b9OpqamkpWVRV5eXm2bJUuWEBERQZ8+fWrbLFu2rM51lixZYuloCBEREREREWkcm92GPSyQ+GuTiZ7WB1tQq/q1t03x5FUQGBhIaGio1VFatKCgIKZMmcIvfvELoqKiVJzzYy16JN2f//xnRo8eTefOnTlw4ADPPvssdrudc889l8jISKZPn87jjz+O0+kkIiKCP/3pT6SlpdUW2DIyMujTpw/33HMPd999N7m5uTz99NNcccUVBAUFAXDppZfy6quv8sQTTzB9+nSWLVvGBx98wD//+U8L37mIiIiIiIg01qFRdeGndySkXwz58zdRtbPY4lTyc9X7y4GaWXMVFRUWp2mZevXqxbRp04iIiAA0es7ftegi3b59+7jzzjspLCykXbt2nHbaabz55pu0a9cOgPvuuw+73c6tt95KVVUVGRkZ/OEPf6g93uFw8I9//IM//vGPXHLJJYSGhjJt2jRuvfXW2jbdunXjn//8J4899hjz5s2jY8eO/OlPf2LkyJHN/n5FRERERETEd2x2Gw5nMO1vHEzZin0UfbAdo1xr1bUUVTmlADidTvbv329xmpYlODiY8ePHa+25NqZFF+n++te/Hvf14OBg/vCHP9QpzP1cly5d+Pe//33c8wwdOpRFixY1JqKIiIiIiIi0YIdG1YWd1oHQ5DgK39tG+ar9YFocTPDsK8M0Te3w+jNJSUlMmTKF8PBwQKPn2pIWXaQTERERERER8QWb3QYhDtrN6Ef4GR0pWLgZz8HplmIRA7web53NINuydu3aMXnyZPr06aPRc22UinQiIiIiIiLSJthsNaPqgrpG0OG2dEq/2U3xZ9mYVYbFydqwaqPNj6QLCgoiIyODESNG1D6nAl3bpCKdiIiIiIiItCk2R00BJGJkV8LSO1D04Q5NgbVKpUF0dLTVKSxhs9lISUlhwoQJhIWFqTAnKtKJiIiIiIhI22Sz27CHB9JuRj8iR3WlaPE2KjcVWB2rTfGWVBEdE211jGbXrVs3zjnnHLp06YJpmrWjPKVtU5FORERERERE2qxDG0sExIUSd00y7m2FFC7eTvWeUouTtQ3ewkoiusVhs9kwTf8fytixY0fGjh1L37598Xq9ACrQSS0V6URERERERKTNO1SsC+oRRYdb0ij/MZeij3bgza+0OJl/q3ZVEGa3ExERQUlJidVxmkxcXBxjxoxhwIABtcU5h8NhcSppaVSkExERERERETno0Hp1ocmxhKbEUf7Dfkq+3IUnT8W6puDZV7PDrtPp9MsiXXR0NGeffTaDBw/GMGo2KFFxTuqjIp2IiIiIiIjIzxwq1oWltyfstA5UrM2l+PNdePaXW5zMv7h31xTmnE4nu3fvtjiN78TExDB8+HDS09OBmimtKs7JiahIJyIiIiIiIlKPwyPr4ggb3J6K9XkUf55N9W6tWecLRoEbwzCIioqyOopPdOnShREjRtC/f38Mw1BhThpERToRERERERGREzhUrAtJjCF0QCyVWwoo+XI37q2F4P/7HTQpw+PF6XRaHaPRbDYb/fr1Y8SIEXTv3h2v16uRc9IoKtKJiIiIiIiInKRDxbrgXk5C+sTgyaugdEkOZSv3Y7q9FqdrparMVlmkCwgIYNCgQYwYMYLY2FitOSenTEU6ERERERERkQY6VKxztAvBeW5vnOf0pOyHA5QuzdG6dQ1kVniIjo62OsZJi4+PJz09nbS0NIKDgzHNmqGUdrvd4mTS2qlIJyIiIiIiItJINput5otAB+GndyDizE64dxRRuiSHivV54NFc2BPxFlfh7NSyR9IFBgYycOBAhgwZQteuXfF6vbUj5mrvAZFTpCKdiIiIiIiIiA8cGl0X1D2K2J5ODLeX8h8PUL76AFU7irV2XT08+ZVEJEQTEBCAx+OxOk4dHTt25LTTTmPw4MEEBQVpSqs0KRXpRERERERERHzIZq8ZWWUPdhB+WgcizuiEt9hN2Q/7KV91AE9uhcUJWxZPbs304KioKPLz8y1OA3FxcQwcOJCUlBTi4uLqjJrTlFZpSirSiYiIiIiIiDSR2rXrooKJHNWNqNHdqdpbSvmqA1Ssy8ObX2lxQutV7y0DrC3SxcXFMWDAAFJSUoiPj8cwjNpprBo1J81FRToRERERERGRZnBohF1gx3Cck3oRPaU31fvLqFjromJ9HtU5ZRYntEbV7lKAZt/htUOHDiQmJh6zMKcRc2IFFelEREREREREmpHNZoODew0EtA8jcnR3osb1wFtaRcX6PCo3FuDeUoBZZVgbtJmYFR68Xm+TF+nCwsLo3bs3ffr0oW/fvoSHh6swJy2KinQiIiIiIiIiFrHZbHBwNqUjIqh2DTvTMKneU0rl1kLc24qo2lGMWeW1NmwTMj0GUVFRPj2nw+GgS5cuJCQk0K9fPzp27IjNZtMac9JiqUgnIiIiIiIi0kIcWsPOZrcR2DWCwM7hRJ3draZot7cU9+ZC3NuLcO8oxnT7UdHObRAdHX1Kp4iIiKBbt2507dqV7t2706lTJwICAvB6vdjtdq0xJy2einQiIiIiIiIiLVDNKLuawpLNbiOwcwSBHcOJPLsbAJ6CSqp2lVC9p5SqnFKqc8owyqqtjNxoRll1g4p0wcHBxMfH06VLF7p27UqPHj1qR+KpKCetlYp0IiIiIiIiIq3AkUU7gICYEBzOYEKT42o3pfCWVNUU7vaW4XFV1PyXV4FR7rEq9knxFrqJSjh6umtQUBDx8fG0b9++9v8dO3YkIiICAMMwME2zTiFORTlprVSkExEREREREWmlDhXnDnFEBhGS1I6QxJjaqbMAhtuDJ68Sz4Hymv/nV+AtrsIorcZbWlUzAs+CfSpsIQ4cUcGYXpOgoCDGjh1LZGQk7dq1IyYmhsjISABM08QwjDoj5EBryol/UZFOWqzs7GxcLlejjvV6vWRlZWEYxin9K0pcXBzdu3dv9PEiIiIiIiLNraZwV7d4Zw8OIOjgdFlMs04BD2qKYGalF29pVU3xrqQKw+3FrDYwqw7+v9qLWWUc/to8eC2bDew/+9pmwxZoxx4agC0kAHvowf/CArCHBWI/+Jwt8HAOr9fL8OHDgaNHw9lsNo2QE7+nIp20SNnZ2SQm9aeyotzSHCGhYWzauEGFOhERERER8QvHKuDBwaLawUJaYHwYpmGCaYJ5qAE1BTgbdUay1cc8dOyh/9sAu+24x6oIJ22dinTSIrlcLiorykmZPpvw+G6WZCjL3cXat+fgcrlUpBMRERERkTalvmLeSR9/sKB3KucQaWtUpJMWLTy+G1Gd+1gdQ0RERERERESkSalIJyIiIiIiInIcr732Gq+//jp79uwBoG/fvtx0002MGjXqmO0XLlzIb3/72zrPBQUFsXbt2ibPKiKtl4p0IiIiIiIiIsfRsWNH7rrrLnr06IFpmixatIhZs2bxzjvv0Ldv32MeExERwYcfflj7+GTWcRORtk1FOhEREREREZHjGDNmTJ3Hd9xxB6+//jpr1qypt0hns9mIj49vjngi4idUpBMRERERERE5SV6vlw8//JDy8nLS0tLqbVdeXs7o0aMxDIMBAwZw55131lvQExEBFelERERERERETmjTpk1ceumluN1uwsLCmDt3Ln36HHuTu169evHoo4+SmJhISUkJzz//PJdeeimLFy+mY8eOzZxcRFoLFelERERERERETqBXr14sWrSIkpISPvroI+69915eeeWVYxbq0tLS6oyyS0tLY/LkycyfP5/bb7+9GVOLSGtitzqAiIiIiIiISEsXFBREjx49SE5OZvbs2SQlJTFv3ryTOjYwMJD+/fuTnZ3dxClFpDVTkU5ERERERESkgQzDoKqq6qTaer1esrKytJGEiByXpruKiIiIiIiIHMecOXM466yz6NSpE2VlZbz33nssX76c5557DoB77rmHDh06MHv2bAD+/ve/k5qaSo8ePSguLua5554jJyeHGTNmWPk2RKSFU5FORERERERE5Djy8vK49957OXDgAJGRkSQmJvLcc88xYsQIAPbu3YvdfniiWnFxMb///e/Jzc3F6XQycOBA5s+fX+9GEyIioCKdiIiIiIiIyHE9+uijx3395ZdfrvP4vvvu47777mvKSCLih1SkE2nhsrOzcblcjT7+0PoXhmHgcDgafZ64uDi6d+/e6ONFREREREREpH4q0om0YNnZ2SQm9aeyotzqKISEhrFp4wYV6kRERERERESagIp0Ii2Yy+WisqKclOmzCY/vZlmOstxdrH17Di6XS0U6ERERERERkSagIp1IKxAe342ozlpkVkRERERERMRf2U/cRERERERERERERJqSinQiIiIiIiIiIiIW03TXFqYl7OSpXTxFRERERERERJqXinQtSEvZyVO7eIqIiIiIiIiINC8V6VqQlrCTp3bxFBERERERERFpfirStUDayVNEREREREREpG3RxhEiIiIiIiIiIiIWU5FORERERERERETEYirSiYiIiIiIiIiIWExFOhEREREREREREYupSCciIiIiIiIiImIxFelEREREREREREQspiKdiIiIiIiIiIiIxVSkExERERERERERsZiKdCIiIiIiIiIiIhZTkU5ERERERERERMRiKtKJiIiIiIiIiIhYTEU6ERERERERERERi6lI9zOvvvoqY8aMISUlhRkzZvDTTz9ZHUlERERERERERPycinRHeP/993nssceYNWsW77zzDklJSVx33XXk5eVZHU1ERERERERERPyYinRHeOGFF7j44ouZPn06ffr04cEHHyQkJIS3337b6mgiIiIiIiIiIuLHVKQ7qKqqinXr1jF8+PDa5+x2O8OHD2f16tUWJhMREREREREREX8XYHWAlqKgoACv10tsbGyd52NjY9m2bdsJjzdNE6gp9jkcjkZl8Hq9hIeH4y3aS1Vg485xqrxFe2syeL1UVVVZkgHUF7UZWkA/gPqiTg71RU2GFtAPoL6ok0N9UZOhBfQDqC/q5FBf1GTwQT94vV7g8M+dIiIi4l9spv6WB2D//v2cddZZzJ8/n7S0tNrnn3jiCVasWMFbb7113OOrqqpYu3ZtU8cUERERkTYuJSWFoKAgq2OIiIiIj2kk3UExMTE4HI6jNonIy8sjLi7uhMcHBASQkpKC3W7HZrM1VUwRERERaaNM08QwDAIC9CO8iIiIP9Lf8AcFBQUxcOBAli5dyrhx4wAwDIOlS5dy5ZVXnvB4u92uf9EUEREREREREZFGUZHuCNdccw333nsvycnJDBo0iJdeeomKigouvPBCq6OJiIiIiIiIiIgfU5HuCJMnTyY/P5+//e1v5Obm0r9/f/7zn/+c1HRXERERERERERGRxtLGESIiIiIiIiIiIhazWx1ARERERERERESkrVORTkRERERERERExGIq0omIiIiIiIiIiFhMRToRERERERERERGLqUjXyrz66quMGTOGlJQUZsyYwU8//VRv24ULF5KYmFjnv5SUlGZM23RWrFjBr3/9azIyMkhMTOTTTz894THff/8906ZNIzk5mfHjx7Nw4cJmSNr0GtoX33///VH3RWJiIrm5uc2UuGn885//ZPr06aSlpTFs2DBuuukmtm3bdsLjPvjgA8455xxSUlKYOnUqX331VTOkbVqN6Qt//bx47bXXmDp1Kunp6aSnp3PJJZec8M/YH++JhvaDv94Px/Kvf/2LxMREHnnkkeO288f74udOpi/89d549tlnj3pf55xzznGPaQv3hIiIiDSvAKsDyMl7//33eeyxx3jwwQcZPHgwL730Etdddx0ffvghsbGxxzwmIiKCDz/8sPaxzWZrrrhNqry8nMTERKZPn87NN998wva7du3iV7/6FZdeeilPPvkkS5cu5f777yc+Pp6RI0c2Q+Km09C+OOTDDz8kIiKi9nF991BrsXz5cq644gpSUlLwer089dRTXHfddSxevJiwsLBjHrNq1Spmz57NnXfeyejRo3n33Z8t6A0AAAykSURBVHeZNWsWCxcupF+/fs38DnynMX0B/vl50bFjR+666y569OiBaZosWrSIWbNm8c4779C3b9+j2vvrPdHQfgD/vB9+7qeffmL+/PkkJiYet52/3hdHOtm+AP+9N/r27csLL7xQ+9jhcNTbti3cEyIiItL8VKRrRV544QUuvvhipk+fDsCDDz7Il19+ydtvv80NN9xwzGNsNhvx8fHNGbNZjBo1ilGjRp10+/nz59O1a1d+85vfAJCQkMAPP/zAiy++2OqLdA3ti0NiY2OJiopqgkTWeO655+o8fvzxxxk2bBjr1q3j9NNPP+Yx8+bNY+TIkVx//fUA3H777SxZsoRXXnmFhx56qMkzN5XG9AX45+fFmDFj6jy+4447eP3111mzZs0xi1P+ek80tB/AP++HI5WVlXH33Xfzpz/9if/3//7fcdv6631xSEP6Avz33nA4HCf9vvz9nhARERFraLprK1FVVcW6desYPnx47XN2u53hw4ezevXqeo8rLy9n9OjRjBo1ihtvvJHNmzc3R9wWZ82aNQwbNqzOcxkZGaxZs8aaQC3ABRdcQEZGBtdccw0//PCD1XF8rqSkBACn01lvm7ZyX5xMX4D/f154vV4WL15MeXk5aWlpx2zTFu6Jk+kH8P/74aGHHmLUqFF1/l6tj7/fFw3pC/Dfe2Pnzp1kZGQwduxYZs+eTU5OTr1t/f2eEBEREWtoJF0rUVBQgNfrPWpKYmxsbL1rTfXq1YtHH32UxMRESkpKeP7557n00ktZvHgxHTt2bI7YLYbL5SIuLq7Oc3FxcZSWllJZWUlISIhFyZpffHw8Dz74IMnJyVRVVfHWW28xc+ZM3nzzTQYOHGh1PJ8wDINHH32U9PT04047OtZ9ERsbi8vlauqIzeZk+8KfPy82bdrEpZdeitvtJiwsjLlz59KnT59jtvXne6Ih/eDP9wPA4sWLWb9+PQsWLDip9v58XzS0L/z13hg0aBCPPfYYvXr1Ijc3l7lz53LFFVfw7rvv1lka4hB/vidERETEOirS+bG0tLQ6oyTS0tKYPHky8+fP5/bbb7cumFiqd+/e9O7du/Zxeno6u3bt4sUXX+Qvf/mLhcl858EHH2Tz5s289tprVkex3Mn2hT9/XvTq1YtFixZRUlLCRx99xL333ssrr7xSb4HKXzWkH/z5fti7dy+PPPIIzz//PMHBwVbHsVRj+sJf740jl41ISkpi8ODBjB49mg8++IAZM2ZYmExERETaEhXpWomYmBgcDgd5eXl1ns/LyzvqX3LrExgYSP/+/cnOzm6KiC1aXFzcUf+67XK5iIiIaFOj6OqTkpLCqlWrrI7hEw899BBffvklr7zyyglHdRzrvmjI91RL15C++Dl/+rwICgqiR48eACQnJ7N27VrmzZt3zHWj/PmeaEg//Jw/3Q/r1q0jLy+PCy+8sPY5r9fLihUrePXVV1m7du1RGwb4633RmL74OX+6N44UFRVFz549631f/npPiIiIiLW0Jl0rERQUxMCBA1m6dGntc4ZhsHTp0uOuKXQkr9dLVlaWXy72fCKpqaksW7asznNLliwhNTXVmkAtzMaNG1v9fWGaJg899BCffPIJL730Et26dTvhMf56XzSmL37Onz8vDMOgqqrqmK/56z1xLMfrh5/zp/vhzDPP5N1332XRokW1/yUnJzN16lQWLVp0zKKUv94XjemLn/One+NIZWVl7Nq1q9735a/3hIiIiFhLI+lakWuuuYZ7772X5ORkBg0axEsvvURFRUXtv4Dfc889dOjQgdmzZwPw97//ndTUVHr06EFxcTHPPfccOTk5fjFto6ysrM6/bu/evZsNGzbgdDrp3Lkzc+bMYf/+/TzxxBMAXHrppbz66qs88cQTTJ8+nWXLlvHBBx/wz3/+06q34DMN7YsXX3yRrl270rdvX9xuN2+99RbLli3j+eeft+ot+MSDDz7Ie++9x//93/8RHh5Obm4uAJGRkbWjJX/+PTJz5kyuuuoqnn/+eUaNGsX7779PZmZmq9+ZrzF94a+fF3PmzOGss86iU6dOlJWV8d5777F8+fLaHXDbyj3R0H7w1/sBICIi4qj1Gf9/e/cTEtX6x3H8M6OTjjAUYpmFGQSOJRiWYX90ERlpKdFGgpwW2h9oUwg1gigF1jQV0R+KLM0YtKLAgoRauIiahFoY2Z9FULTQzBm1tCCZUecuLnd++Pv9uFcn81z1/drN+fOc7/PwzCw+c55z4uLiNG/evPD22TIvIhmLmTo33G63Nm7cqEWLFsnn8+nixYsym80qLCyUNHvmBAAAMBYh3TSydetW9ff368KFC/L7/Vq+fLnq6urCSyu6u7tlNv/n5sjBwUFVVVXJ7/dr7ty5Sk9P1+3bt2fEc5jevHmj3bt3hz+7XC5J0o4dO3Ty5En5/X51d3eH9ycnJ6u2tlYul0sej0cLFy5UTU2NcnNzp7z2yTbRsQgGg3K73erp6ZHValVqaqoaGhq0du3aKa99Mt26dUuS5HA4xmx3uVzhIPu/vyOrVq3SmTNndO7cOZ09e1ZLly7VpUuX/vYFC9NBJGMxU38v+vr65HQ65fP5ZLPZZLfbVV9frw0bNkiaPXNiouMwU+fDeM2WeTEes2VufPnyReXl5fr27Zvi4+O1evVq3blzR/Hx8ZKYEwAAYGqYQqFQyOgiAAAAAAAAgNmMZ9IBAAAAAAAABiOkAwAAAAAAAAxGSAcAAAAAAAAYjJAOAAAAAAAAMBghHQAAAAAAAGAwQjoAAAAAAADAYIR0AAAAAAAAgMEI6QAAAAAAAACDEdIBAAz1/Plz2e12DQ4OGl0KAAAAABjGFAqFQkYXAQD496uoqNC9e/ckSdHR0UpMTFR+fr4OHjyomJiYcbXhcDiUlpamysrK8LZAIKCBgQElJCTIZDL9ltoBAAAA4N8u2ugCAADTR25urlwul4aHh/X27Vs5nU6ZTCYdPnw44jbnzJmj+fPnT2KVAAAAADD9sNwVADBufwVqSUlJysvL0/r169XW1iZJ+vr1q8rLy5Wbm6uVK1eqqKhILS0t4XMrKir04sULeTwe2e122e12dXZ2/s9y1+bmZmVlZenp06cqKChQZmamysrK5PP5wm0NDw+rpqZGWVlZys7O1unTp+V0OnXgwIGpHRAAAAAAmCSEdACAiLx//14vX76UxWKR9Oey1fT0dF29elUtLS0qLi7WkSNH1NHRIUmqrKxUZmamiouL5fV65fV6lZSU9H/bHhoa0vXr13Xq1Ck1Njaqu7tbbrc7vP/atWt68OCBXC6Xbt68qR8/fqi1tfX3dxoAAAAAfhOWuwIAxu3x48fKzMzU8PCwAoGAzGazqqqqJEmJiYkqKysLH+twOOT1evXw4UNlZGTIZrPJYrEoNjb2H5e3BoNBHTt2TEuWLJEk7dq1S5cvXw7vb2xs1L59+7R582ZJUnV1tZ48eTLZ3QUAAACAKUNIBwAYt+zsbB09elQ/f/7UjRs3FBUVpS1btkiSRkZGdOXKFT169Eg9PT0KBoMKBAKKjY2d8HWsVms4oJOkBQsWqK+vT5L0/ft39fb2KiMjI7w/KipK6enpGh0d/cUeAgAAAIAxWO4KABg3q9WqlJQUpaWl6cSJE+ro6NDdu3clSfX19fJ4PNqzZ488Ho/u37+vnJwcBYPBCV8nOnrsf0gmk0m8jBwAAADATEZIBwCIiNls1v79+3X+/HkNDQ2pvb1dmzZt0vbt25WWlqbk5GR9+vRpzDkWi+WX73az2WxKSEjQ69evw9tGRkb07t27X2oXAAAAAIxESAcAiFh+fr7MZrOampqUkpKitrY2tbe368OHD6qurlZvb++Y4xcvXqxXr16ps7NT/f39EQd2JSUlqq2tVWtrqz5+/Kjjx49rYGBAJpNpMroFAAAAAFOOkA4AELHo6GiVlJSorq5OpaWlWrFihcrKyuRwOJSQkKC8vLwxx5eWlioqKkrbtm3TunXr9Pnz54iuu3fvXhUWFsrpdGrnzp2Ki4tTTk6OYmJiJqNbAAAAADDlTCEe8gMAmOZGR0dVUFCggoICHTp0yOhyAAAAAGDCeLsrAGDa6erq0rNnz7RmzRoFAgE1NTWpq6tLRUVFRpcGAAAAABEhpAMATDtms1nNzc1yu90KhUJKTU1VQ0ODli1bZnRpAAAAABARlrsCAAAAAAAABuPFEQAAAAAAAIDBCOkAAAAAAAAAgxHSAQAAAAAAAAYjpAMAAAAAAAAMRkgHAAAAAAAAGIyQDgAAAAAAADAYIR0AAAAAAABgMEI6AAAAAAAAwGCEdAAAAAAAAIDB/gBtWWbsDpwGaQ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2"/>
          <a:stretch>
            <a:fillRect/>
          </a:stretch>
        </p:blipFill>
        <p:spPr>
          <a:xfrm>
            <a:off x="489911" y="3501698"/>
            <a:ext cx="8164178" cy="31825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4373"/>
            <a:ext cx="7863840" cy="1293028"/>
          </a:xfrm>
        </p:spPr>
        <p:txBody>
          <a:bodyPr>
            <a:normAutofit/>
          </a:bodyPr>
          <a:lstStyle/>
          <a:p>
            <a:r>
              <a:rPr dirty="0"/>
              <a:t>EDA – </a:t>
            </a:r>
            <a:r>
              <a:rPr lang="en-US" dirty="0" smtClean="0"/>
              <a:t>Understanding user engagement patterns</a:t>
            </a:r>
            <a:endParaRPr dirty="0"/>
          </a:p>
        </p:txBody>
      </p:sp>
      <p:sp>
        <p:nvSpPr>
          <p:cNvPr id="3" name="Content Placeholder 2"/>
          <p:cNvSpPr>
            <a:spLocks noGrp="1"/>
          </p:cNvSpPr>
          <p:nvPr>
            <p:ph idx="1"/>
          </p:nvPr>
        </p:nvSpPr>
        <p:spPr/>
        <p:txBody>
          <a:bodyPr/>
          <a:lstStyle/>
          <a:p>
            <a:r>
              <a:rPr lang="en-US" dirty="0" smtClean="0"/>
              <a:t>Average ratings per user</a:t>
            </a:r>
          </a:p>
          <a:p>
            <a:r>
              <a:rPr lang="en-US" dirty="0" smtClean="0"/>
              <a:t>Median ratings per user </a:t>
            </a:r>
          </a:p>
          <a:p>
            <a:r>
              <a:rPr lang="en-US" dirty="0" smtClean="0"/>
              <a:t>Distribution- are users equally engages or high variable</a:t>
            </a:r>
            <a:endParaRPr dirty="0"/>
          </a:p>
        </p:txBody>
      </p:sp>
      <p:sp>
        <p:nvSpPr>
          <p:cNvPr id="5" name="AutoShape 2" descr="data:image/png;base64,iVBORw0KGgoAAAANSUhEUgAABW0AAAHqCAYAAAB/bWzAAAAAOnRFWHRTb2Z0d2FyZQBNYXRwbG90bGliIHZlcnNpb24zLjEwLjAsIGh0dHBzOi8vbWF0cGxvdGxpYi5vcmcvlHJYcgAAAAlwSFlzAAAPYQAAD2EBqD+naQAA2ANJREFUeJzs3XdYU9cbB/BvEjbI0GAdDAVBUVHArTjQLq1axbrrqNZRtdY9WxVtxbrqrkrRWrdVoRWtq2rde6GCceKsgoqyhHCT3x/8uCUMIRBMIt/P8/g0d+TkvffFevJy7jkStVqtBhEREREREREREREZBKm+AyAiIiIiIiIiIiKi/7BoS0RERERERERERGRAWLQlIiIiIiIiIiIiMiAs2hIREREREREREREZEBZtiYiIiIiIiIiIiAwIi7ZEREREREREREREBoRFWyIiIiIiIiIiIiIDwqItERERERERERERkQFh0ZaIiIiIiIiIiIjIgLBoS/QWnDp1ClWrVhX/PHjwQN8h4cGDBxoxnTp1Sjy2ePFicX/Lli31GOV/tm/frhHvu+bw4cP4/PPPUadOHfEa69atq++wCuVdzxURERER0Zu+TxER6YKJvgMgMganTp1C7969NfaZmprC3Nwc9vb2cHZ2Rt26ddGpUyeUL1++WGPp1asXTp8+DQDo2LEjZs2aVayf9zZs374dEydOFLevX7+ux2jevuvXr2PIkCFQKpVavzfrz0NWZmZmKFOmDLy8vBAYGIgPPvhAF6GW+FwZi6zF8tz+P5E9j7/99hsaNGjw1uIjIiICgJYtW+Lhw4davccQ/s26e/cuDh06hNOnT+Pu3buIi4tDcnIy7O3tUbNmTXTu3BmtWrXK9b2CIOD333/HH3/8gZs3byI1NRXlypVDs2bNMHDgQJQtW7bAcUyYMAFhYWEa+xYvXowPP/wwx7mjRo3Czp07Nfbp415m7aMEBwcjMDCw0G0NGjQIhw4dErdNTU1x9OhR2NvbFyHCDA8ePNDIoSH83Glr8eLFWLJkibj9999/w8nJSeOcrH8H69evj7Vr177VGInozVi0JSokpVIJpVKJxMREPHjwACdOnMCyZcswZMgQDBkyBFLpfwPZXVxcMG7cOHFbFx2JorK3t9eIycXFRY/R5M/b21sj3nfJvn37xIKtmZkZ+vTpAwcHB5ibmxe6zbS0NDx+/BiPHz/GgQMHMHjwYIwcOVJXIb/Ru5wrIiIiolWrVmHz5s059sfGxuLgwYM4ePAgevTogalTp2ocT01NxZAhQ3D06FGN/TExMVi7di127NiBX375Bd7e3oWObe3atTmKtk+ePMGePXsK3aYhio2NxZEjRzT2KZVKRERE4PPPP38rMRjb9ykiMj4s2hIVQps2bVCzZk0kJCTg2rVrOHr0KARBgCAIWLx4MWJjYxEUFCSeX758efTv31+PEf8nLS0NAGBjY2MwMRWEh4cHPDw89B1Gscg6wsTb2xtjxowpVDt2dnYYNGgQBEHAnTt3sGPHDrEYHBISgi+++OKt/MLgXc6VIUhMTISNjY2+wyhWJeEaiYgIGDx4MBISEsTtV69eYfny5eJ2kyZN0KRJE433GFJhzMnJCU2bNkXZsmVx69Yt/PXXXxAEAQCwYcMGfPDBB2jcuLF4/k8//SQWbGUyGTp16gRHR0eEhYXh0aNHiI+PxzfffIOIiAhYWVkVKqbTp08jOjoa1apVE/dt2LAB6enpRbhSw/PHH3+I9zqr7du3v7WirbF9nzI27A8SsWhLVChNmzbVeJTn1q1bGDhwoDhX7aZNm9CqVSs0a9YMQM7pFbI+mpKcnIxVq1bh77//xt27d5GWlgZbW1uULVsW3t7e+PDDD9GsWbMcj7cAQFhYmMYjUZntZp9CoV+/fliwYAHOnTuH+Ph4hIeHo1SpUgV+5CcxMRFLlizBX3/9hefPn8PZ2Rk9evRAz549IZFIxPPeNHVDbo/VZ3/sKFPWx6aGDRuGr7/+Ot/H8l+/fo1NmzZh9+7duHXrFlJSUmBra4saNWqgY8eOaNOmjcb52XOyf/9+HD58GJs2bcLdu3dhY2ODli1bYty4cbCzs8v1vuRGEASEhYVhx44diI6OFjsbnp6eaNeuHQIDA2FiYpLrPQGAc+fOidev7fQX2TuOZcqUQUhIiBjX3bt34ePjIx7ft28f9u7di+joaDx79gyvXr2Cqakpypcvj4YNG6Jfv37iz6mucpX9Z2Tw4MFYtGgRjh07huTkZFSpUgVDhw7F+++/n+Ozzp49i4ULFyIyMhJmZmZo1KgRxowZg6VLl4p/D7I/1nX9+nWEhITg/PnzePr0KaRSKUqXLg0XFxfUrl0bn3/+Od5777187232uAcMGIAFCxbg1KlTSE1NRfXq1fH1119rfDHLlJiYiPXr12P//v24ffs2UlNTIZfL0bBhQ/Tv3z9HgTvr3/WKFSti27ZtWLRoEf7++2/ExsZi/Pjx6Nu3b74xF8X27dsRFhYGhUKBxMREWFlZoXTp0vDy8kK9evXQs2dPo79GIiLSvy5dumhsP3jwQKNo6+vrm6MoJggCtm7dWqC+Vmab2fu8jx8/xm+//YabN2/C2toaLVq0wOjRoyGXywsUt6enJ5YvX44WLVpo9IUbN26MSZMmiduHDx8W+wbx8fFYv369eGzAgAHiU1Bt27ZFmzZtoFar8fDhQ4SHh6NHjx4FiiWTVCqFSqUCkDHa9ocffgCQMWBjy5YtADIKxbkVOrM6ceIENm7ciIsXL+L58+cwMzODq6srAgIC0Lt37xwDAB4+fIgVK1bg5MmT+Pfff6FWq2Fvb4+KFSuidu3a6NKlC9zd3XOd0mvixIlin7FixYo4cOBAga8363egSpUq4e7duwCAq1evQqFQwNPTM9f3/fvvv1i7di2OHTuGe/fuQalUokyZMqhevTp69uyJJk2a5DptR9bvDZn9zbymUBg7diz+/PNPjXOz+ueffzBw4EAAGXk7cOCAOMVeZr7++usv3LhxQ5x2w8/PD1988QV8fX0LfI+KqqC5zers2bNYv349Lly4gLi4OJiZmcHDwwPt27dHly5dYGpqqnF+9ukybG1t8csvv+D69euQyWQ4e/YsAO37pkTvChZtiXTA3d0dP/30Ezp37izuW7NmjVi0fZNBgwbl6MA8f/4cz58/R3R0NJKSkgrUTl6uX7+Orl27Ijk5uVDvT01NRZ8+fXDlyhVx361btzBjxgzcvXsX3377baFj05XY2Fh88cUXuHHjhsb+Z8+e4fDhwzh8+DB2796N+fPna3Tisxo/fjzOnTsnbj9//hxbt25FTEwM1q1bV6A4kpOTMXDgQJw5c0Zjf3x8PE6fPo3Tp08jPDwcISEhsLa21vIqtZe9GOng4KCxvWPHjhyPyimVSty6dQu3bt3CH3/8gQ0bNhTbYmLXrl1DYGAgkpKSNPYNGzYMq1evRqNGjcT9Bw8exLBhw8RRIikpKdi9ezdOnjyJypUr59r+zZs30bVrV6SkpGjsz5w24tSpU6hXr16BirZZKRQKdOnSBYmJieK+8+fPo3///pg/fz5at24t7r979y769euXo+P/+PFjhIWFYefOnZg9e7bGe7JKTk5Gjx49cPv2ba1iLIrcfkH06tUrvHr1Cnfv3sWZM2c0OsbGeI1ERGScdNHXWrZsGU6ePClup6amYvv27Thz5gy2bNmC0qVL5xtHXiM5P/74Y42ibdb1Co4dOyY+8QZAYwoDNzc3eHh4QKFQAAAOHDigddHW1tYW7u7uOHfuHCIiIjBmzBg4ODhgx44deP78OYCM+Uv37duXZxuzZs3C6tWrNfYplUpcu3YN165dw9atWxEaGir+MvbZs2f47LPPxPYzPX36FE+fPsWFCxdQqVKlHIW9orp8+TJu3rwpbk+ePBnjx48X49i+fTsmTJiQ433//PMPRo4cqdH3BP7rG1asWDHHyO7CCAwMFIu2Z8+exZMnTzT6m1nnFm7cuLFYsH3+/Dn69euHqKgojfZiY2OxZ88e7Nu3DxMmTECfPn2KHGN+CpPbn376SeOXLkDGz8/Fixdx8eJF7Nq1CyEhIXmOIt+2bZtYpAWAUqVKAdC+b0r0LmHRlkhHatWqhWrVqiE6OhoAcObMGQiCAJlMlud7bt26JRZspVIpOnTogEqVKuHFixd48OCBRjG3SZMmsLKywsaNG3H//n0AQM2aNTVGkOb26Pu1a9dgYmKCTz/9FK6urrh9+zbMzMwKfF1xcXF49eoVunXrBltbW/z555/4999/Afw3Z1b9+vUL3F5WmfNAXblyBbt27RL3Z50bqiC/TR4zZoxGwfajjz5ClSpVcPz4cVy4cAEAsGfPHixfvhzDhg3LtY1z586hUaNG8PX1xf79+8VO85kzZ3Dx4kWNEap5+f777zW+RPj7+8PHxwcXL14UH4U7d+4cvv/+ewQHB4tzv+7atUssijs7O6N79+4AUOgpBjJH1W7btk3cV6NGDbi6umqcV6pUKfj7+8PNzQ12dnYwNTVFXFwc9u/fj0ePHiExMRFz585FSEiIznKV1fXr12FnZ4e+ffvi9evX+P333yEIAtRqNX755RexaJuSkoLJkyeLBVsTExMEBgbCzs4O4eHhYo6zCwsLEwu25cqVQ/v27WFpaYl///0XN27cwKVLl7SKN9PVq1dRtmxZdO/eHUlJSdi6dSvS0tKgUqkwZcoU+Pv7o1SpUhAEAcOGDROLmaVLl0bbtm1hZ2eHo0eP4sKFC0hLS8P48eNRs2ZNODs75/isFy9e4MWLF2jcuDH8/Pzw/PnzAo8CKqyNGzeKrxs3boz69esjJSUFjx8/xrlz55CamioeN9ZrJCIi46RtXys3J0+eRIMGDVC3bl2cP38eJ06cAADcv38fc+bMyfN9BZH9F5BZ56bN/pRY9n8TnZ2dxf5nYRd67d27N86dOyf2qwYOHCiO8rS2tkZgYGCeRdvw8HCNgq2Hhwfef/99PH36FOHh4RAEAU+ePMGwYcOwc+dOmJiYYM+ePWJRz87ODoGBgbC3t8fTp09x+/ZtjQJc9+7d0aJFC8yePVvclznlHPBfga4gtm/fLr4uU6YMmjRpgo8++kjsw+zYsQNjxozRGKzx8OFDfPPNN2LfUCKRoGXLlvDy8sLz5881CvmDBw/Gw4cPNQqQ3bp1E6fmyG/h6YYNG6JixYp4+PAhVCoVdu7ciX79+gHIeDpw//794rlZn94cO3asWLC1trZG27ZtUa5cOZw/fx5HjhyBSqVCcHAwatasiTp16hT4fhWGNrkFMgrRWe+Xv78//Pz88OzZM4SFhSE5ORlnz55FcHAwZsyYketnnj17Fg4ODvjkk09gb28vfr/Tpm9K9K5h0ZZIhypXriwWbVNTU/Hy5cs3/rY+6z8wlStXxsyZMzUesRIEQSyQ+vn5wc/PD4cOHRKLth4eHgWaR2nhwoU5HjfPnMqhIGbOnIl27doBALp27YqPP/5YHDmwZcuWQhdtMx/n3759u0YhUJu5oaKiojQ6WV9++SXGjh0LABg6dCh69uwpFvXWrl2bY5G4TB988AEWL14MiUSCPn36oHHjxuLjY5GRkfkWbV+8eIHw8HBxu3Xr1liwYIG4PWLECPz1118AMubgGjdunDj3640bN8SibVHmP3748GGuo2K9vb2xcOHCHPt/+OEHKJVKXLp0CXfv3kViYiLKlSuHhg0bip3hkydPQqlU6iRX2UkkEvz666+oXr06AMDc3Bxr1qwBAI2R3QcOHMCzZ8/E7W+//VYsbHfu3Blt2rTJdZ62rH+/evbsKT6Glunly5eFitvU1BQbN24Up47w8/MT5yF+9eoVdu/ejc6dO+PQoUNiZ1Mmk2Hjxo2oVKkSAOCrr75Chw4doFAokJqainXr1uWYKiNTnz59NEbtFLes92327NlwdHTUOJ75/x8ARnuNRERkfArT18r+lBGQUUz65ZdfIJFIoFar8eWXX4oF3x07dmDKlCmwtLTUOr6kpCSNNS3c3Nw0BlfEx8drnJ99rs6sI4Ozn1tQH3zwASpUqIBHjx5hw4YNqFWrllgEDAwMfOOTXlkLthUrVsTWrVthYWEBIGOgSOa13b17F4cOHcL777+vMXL4448/zjG6NTk5WXzaL/NeZC3aZp9yriDS0tI0+qIff/wxZDIZ2rZtKxb34uLicPjwYbRs2VI8b+3atRpPX82ZM0f8fgMAKpUKjx49ApAxbUf2qTratGmT51Ry2UkkEgQGBmLx4sUAgIiICLFoe/DgQXGkr52dHT744AMAQHR0tMYCdcuWLUPDhg3F7YEDB+Kff/6BWq3G6tWri71oq01uAeCXX34RX3fo0AE//vijuF2vXj2MGDECQEbBffTo0bkONrKxscH27dtRoUIFjf3a9E2J3jUs2hLpkFqt1up8d3d32NvbIz4+Hrdu3cIHH3yA6tWro1KlSqhatSoaNWqEihUrFikmT0/PXOcHLShTU1ONDqeTkxP8/Pxw6tQpABmjDvUp+yjLjh07iq9lMhnatWsnnhMfH487d+7k+ohW9+7dxYK5vb09HBwcEBcXB6Bgxb3Lly9rzBGWNY7M7cwvEoIg4PLly2jevHlBLrFIypQpg2+++SbXn6M///wTM2fOxIsXL/J8f1paGl68eIGyZcvqPDYfHx+xYAtAY5qDrPc8awEXAD799FPxtaurK/z8/HJMMQIAdevWFUeXLFiwAAcOHEDlypVRuXJl1K5dG3Xr1n3jSPi81KlTRyzYAhmd+IkTJ4q/yLhy5Qo6d+6M8+fPi+cIgoCPPvoozzbzGi0MZBQ/36a6devi0KFDADLm2KtduzZcXV3h4eGBBg0aaIzYNtZrJCIi46Orvla7du3EPp9EIkG7du3EYplSqYRCoUDt2rW1ii02NhZfffUVIiMjAQBly5bF8uXL3/h0W/bvDdp+j8iNTCZDjx49MHfuXDx+/Fh8IkoikeDzzz/HkydPcn1fSkqKxujejz/+WCzYAhlFuKwF6QsXLuD999+Hn5+fWPzevHkzrly5And3d1SuXBk1a9ZEw4YNdf70zP79+zX6iZnfU+rUqYNy5cqJA162b9+uUbTNOg2au7u7RsEWyHjqMWv/rqg6duyIJUuWQK1W4+rVq7h79y4qVaqkMTXCJ598Iv6MZO1TAXjjFAhv6lPpija5TUlJ0ZjSITw8XOMXLFmlp6fj8uXLuU7/16FDhxwFW0C7vinRu4ZFWyIdypwAH8gYNZjbbxCzMjc3x4IFCzBp0iQ8evQI9+/f1/hNoampKUaPHo0vvvii0DHlNd9nQdnb2+cobGXtfGVd8Ter7B3PrL+t1aXsBdUyZcpobGfvKOZVgM1e1MzayS5IJzq/OLJvv3r1Kt82tWVnZ4dBgwbh2bNn+OOPPxAXF4dnz55h0KBBCA0N1Zgj9urVqxg/fry4YMWbFFfuCnrPs94ra2vrHPNgZf9te6aPP/4Y/fr1w7p165CWloYLFy5odHIrVqyIFStWaD0NRfZcymQy2NvbIzY2FsB/fye0Gcmbfb6wTA4ODrmOEsqPiYmJOPo4t0fGXr9+rbGddVGIadOmYcSIEbh48SLi4+Pxzz//aJzbunVrzJ8/H1KpVK/XSEREJYuu+lq67qNdv34dgwcPFkdpuri4IDQ0VHyUPlP2f+uSkpJga2ursZ3Xudro3Lkzli5dipSUFLFI26xZM1SqVCnPou2rV680+l7Z+89WVlawsrISR1Zm3qNatWphwoQJWLhwIZKTk3H16lWNAR0ODg5YuHBhgUeoFkTWqRHKly8vjjiVSCRo06YNVq1aBSDjaaAXL16I9zLrz48ui7N5qVixIho2bChOvxEREYE+ffpo9Ks6deokvtZFnyq77Gt55NcnzNof1Ca32X9+Chu/m5tbrvu16ZsSvWtYtCXSkcjISHFqBCDjMZCC/MPRqFEj/P3337h69Sqio6MRExODCxcu4OzZs1AqlZg9ezZatmxZ6N8g5jXRe0HFx8fnmJs3cwQqoDn/VNapHbIXhWJiYooUR17s7Ow0tp89e6bR0c0aa27nZ8reqcl6LYWN403bWTvpupI5hQGQMY1Fhw4dkJycDEEQEBQUhIiICPE6d+/eLRZsJRIJ5s2bh4CAAFhZWWmsaFucsq8em9c9z/6F5vXr1xqjPzKLpbkZP348hgwZgvPnz+POnTu4c+cODhw4gKdPn+Lhw4cICgoq8EJzmbLnUhAEjccYM/9OZP2ZMDc3xzfffJNnm3nN41bYv78ODg7ifcltKpTsj5FlncalfPny2Lx5M2JiYnD58mXExMRAoVDg77//Rnp6Ov766y80bdoUnTp10us1EhFRyaKrvpYu+2iHDx/GiBEjxIKrj48Pfv7551ynR8s+hdX9+/dRo0YNje1Mnp6eBY4hO3t7e7Rv3x6bN28W9/Xq1euN77G1tRVHVQI5+8/ZH4XPeo/69u2Lrl274uLFi7h58yZiYmJw5MgR3L17Fy9evMCECRNw8ODBQl9PVk+ePMHx48fF7cePH6NatWq5nqtUKrFjxw707t0bgObPjzbTxBVFYGCgRtG2fPny4mCIqlWrivP5Zo8PAIYPH67R3y2M7D+HDx480HjiMCkpSaOAmv2XBQXNbfY+XsuWLVG3bt0848r6c59VXtOSaNM3JXrXsGhLpAO3b9/GqFGjNPYVZHRsamqq+I+nt7e3uFiBWq1GvXr1kJCQAJVKhejoaLFom7W4mHVepuKiVCqxa9cu8RGiBw8eaDy+k/Uf3awduKioKKSlpcHMzAxPnjxBWFhYnp+RvWCakpJS4LnE/Pz8NLbDwsLEOW0FQcCOHTvEY/b29kUeeZyXWrVqQSaTiY/thYWFaTySl/X6ZTIZatWqVSxxZHJ1dUW/fv3ElVbv3LmDHTt2iI8SZi8ytm7dWvwlQ+ajhbkpSq4KK2uHFshY6CCzUxYTE5PjcbJM9+/fh52dHWxtbdG8eXMxH/7+/uKCdIWZ3uPcuXN48OCBOEpj165dGqtDZ8abdWG21NRUVKlSJdfHNC9duqTV4oAFUbt2bXGRi8uXL+PYsWPiasgPHz4UVzQGMv5eZP2lUHR0NDw9PeHq6qqx/6uvvsKBAwcAZCxw2KlTJ71eIxERlSy66mvt2LEDn376qVikzNpXNDU1LXDBdP369fjhhx/EeD766CPMnj07z0JbkyZNYG5uLo523Lt3r9iPvnnzJm7evCme26pVqwLFkJdevXqJRVs3Nzf4+/u/8XxLS0tUq1ZNfMR99+7dGkXD7I+6Z/77/+TJE8hkMsjlcjRq1Eh8quvatWtin/PRo0caI16zPg2k7XeZP/74Q2OKjPyEhYWJRds6derg8uXLADIWg965cyc++eQT8Vy1Wo3Hjx+Lj+dnH1yQfUBKQXz44YeYPn06EhIScOfOHSxbtkw8ln0u3+zfaRwcHNCjR48cbd64caPAo3KzT/Px66+/okGDBmJely9frjFCNuv52ubWy8tL/PmJj49H7969c9zDhIQEHD58WOun3LTpmxK9a1i0JSqEI0eO4MWLF0hMTERUVBSOHDmisRBSz5498+0cARmPFrVp0wYeHh7w9vZG2bJlYWFhgXPnzmlMO5C1GPree++Jr//55x/MnTtXfLxY24n8C2rSpEk4e/YsbG1t8eeff2oUqDp37iy+9vb2FlekjYmJQWBgINzc3HDq1Kk3LqiQ9ZoAYPTo0fD19YVUKsWnn376xrmwqlWrhkaNGom/xf7ll19w//59eHh44NixYxqPw/fq1avYHptxcHBAx44dsXXrVgAZhc+EhIQcKxoDGXOyvo3HwXv37o1Vq1aJIyNWrlyJTz/9FFKpVKN4/erVKwwcOBC+vr44f/68RqzZFSVXhdWqVSuUKVNGHAkzdepUXL58GaVKlUJ4eHiui5ABGTlYtGiRONeVo6MjUlJSEBERIZ5TmBHPSqUS3bt3x6effoqkpCQx50BGAfzjjz8GALRo0QLu7u64desWgIyF8T788EO4u7tDrVbj3r17OHv2LB4+fIjg4GB4eXlpHUteevToobEy8ZdffgkPDw9YWlri+vXrGl+SunXrpjHKecSIEUhMTESDBg1QtmxZ2Nvb4969ezh8+LDGder7GomIqGTRVV/r6NGj6NOnD+rVq4dz586JfUggY77bgvwyetWqVRoLLb333nuoVasW1q9fr3Fe+fLlxTlX7ezs0LNnT/Hx/ZCQELx48QKOjo7Ytm2bWDyrWLGixvz9heHh4YHQ0FC8fv0azs7OBXqC7IsvvhDnwH348CE+++wzvP/++3j69KlG0bZSpUpo0aIFAODs2bMYM2YM6tSpAzc3N5QtWxYqlUr8PgBkFD+z3tP33nsPDx8+BJCx+Fl8fDwsLCxQvXp1jam8cpO1MF+mTJlcp124f/++OLfwtWvXEB0djWrVqqFXr17YuHGjWHwdPXo0du3aBS8vL7x8+RKnT59G/fr1MXnyZAAZP2+mpqbi956ffvoJ0dHRMDExQf369cXBNm9iYWGBNm3aiAX0zBG+pqamaN++vca51apVQ5MmTXDs2DEAwIwZM3D48GHUrFkTEokEjx49woULF3Dr1i0MGzbsjSNZs7bp6+srfh86fvy42Hf7999/NUYc29jYaMSkbW779+8vLsx7/vx5tG/fHgEBAbCzs0N8fDyuXbuGc+fOoWzZshrF8oLQpm9K9K5h0ZaoEHbt2qWxamkmExMTDB06FIMHD9aqvRs3bogrsGdXq1Yt1KtXT9z+4IMPxA5LSkoKQkJCAGR0zoqjaOvg4AC5XI5NmzblONajRw+NztJnn32GVatWiQXazOuSSqXw9/fPsxjo6+sLR0dH8XHuv//+G3///TcAoH79+vkWAufMmYO+ffuKIxT27NmDPXv2aJzz0UcfaZ0XbU2ePBkxMTE4c+YMgIwvBdmv2c/PD99++22xxpHJzs4O3bp1E78c3L59G7t370abNm0QGBiI1atX4+nTpwAyfhFx5MgRABkLJ+Q1MrqouSoMCwsL/PDDDxg2bBjS09OhVCrFn0c7OzvxyxqQc4oFpVKZax4yffnll1rH4+Pjg7t374p/9zJJpVIEBQWJnUYTExMsXboU/fv3x8OHD6FUKjUWnyhOTZo0wdChQ7F06VIAGSsiZ11gJJO/vz+GDh2aY39sbKxGcTsre3t78Zc1+rxGIiIqeXTR12rRogUOHTokLqqbqWLFimLRKT8KhUJj+8mTJ5gzZ06O8+rXr6+xoO+IESNw/fp1HDt2DIIgaExhAGT0axYuXKiTqYMKMoAkq08//RRRUVFYvXo1gNy/n5QtWxZLlizRePJKpVLhzJkzYk6y+/zzzzVGH3/wwQf49ddfAWQUWBctWgQgY9DLm4q2Fy9exO3bt8XtXr165bqQ6b179/DBBx+I29u3b8ekSZNQsWJFLFq0CCNHjkRSUhLUajX279+v8Uvu+vXri6/NzMzQokULsUgZFRUljiQdN25cgYq2QMb3o+x5DggIyHUKjTlz5qB///6IioqCSqXCwYMHizy1xJw5c9CnTx+xUP7ixQucPXtW4xwrKyvMnz8/x3os2uS2Xbt2uHHjBlasWAEg43tH1nwVVUH7pkTvGhZtiQpJJpPBwsICDg4OcHZ2Rt26ddG5c+ccIxHfxM7ODlOmTMH58+cRHR2NuLg4JCQkwNLSEpUqVUKrVq3Qp08fjY5Rq1atMGXKFKxfvx737t3TGPVaHKysrLBhwwYsWrQIe/fuxfPnz+Hk5IQePXrkmB+rTJkyWLduHWbPni12BmrVqoWvv/4a9+7dy7NwZmZmhpCQEMydOxcXL15EYmKiVjE6Ojpi69at2LRpE/bs2YObN28iJSUFtra2qFGjBgIDAzU6zMXFysoKv/76K8LCwrBjxw5cv34diYmJsLa2RtWqVdG2bVt06tQpxxQDxSnrQlwAsGLFCrRu3Rr29vbYsGEDZs+ejePHjyM9PR0eHh4YNGgQbG1t8yzaFjVXhRUQEIBff/0VixYtwuXLl2FmZoZ69eph7Nix+P7778Xzso6cbdWqFV6/fo0LFy4gJiYGz58/h1KphIODA2rUqIGuXbtqrCpcUJUrV8acOXMwd+5cnDx5EqmpqfDy8sLQoUPRtGnTHOf++eef2LRpE/bv34/bt28jMTERFhYWcHJyQq1atdCiRYtcV9AtquHDh6Nx48bYtGkTLly4gNjYWKhUKtjb28PLywtt27ZFu3btcow+Hz16NI4ePYrIyEg8ffoU8fHxMDExQfny5dGwYUP0799fYxE5fV4jERGVLLroa/Xr1w/t27dHaGgobt68CUtLSwQEBGDUqFE5FiXTNXNzc4SEhGDLli34448/cOPGDaSlpaFcuXJo3rw5BgwYoNV3CV2bMGECmjVrJvYdXrx4AVNTU7i6uiIgIAC9e/fWGMFcp04djBw5EhcuXMDt27fx7NkzpKamwtbWFlWrVsWnn34qPkqfaeTIkVCpVNi7dy9iY2MLPN1B1gXIpFJpjnYzubi4oF69emKhcceOHRg7dixMTU3RvHlz7Ny5E2vXrsXRo0dx//59sW9YvXr1HFM8zZgxAzY2Njhy5AieP39eoAV8s6tVqxY8PDw0CuB5DbQpU6YMtmzZgm3btmH37t24fv06Xr16BXNzc5QrVw41a9ZEs2bNtJo+w9nZGX/++Sc2bNiAAwcOiP00c3NzODk5oVGjRujVqxecnZ013leY3I4aNQotWrTAxo0bcf78eTx9+hRqtRqlS5eGh4cH6tevj9atW2tx9zJo2zclepdI1Nos80dERKQHqampMDc3z7H/yZMnaNOmjVg8HjlyZLGMqO7VqxdOnz4NIGMk8qxZs3T+GURERKR7Dx480Chy/fbbb7k+Vk9ERGRoONKWiIgM3pEjRzB37ly0bdsWlSpVgqWlJe7evYt169aJBVsrKysuQEBERERERETvBBZtiYjIKNy5cweLFy/O9Zi1tTV++uknODo6vuWoiIiIiIiIiHSPRVsiIjJ4VatWRffu3XH27Fk8ffoUiYmJsLS0hKurK5o0aYKePXuiXLly+g6TiIiIiIiISCc4py0RERERERERERGRAZHmfwoRERERERERERERvS0s2hIREREREREREREZEM5pC0ClUiE9PR1SqRQSiUTf4RARERFRLtRqNVQqFUxMTCCVcuxBVuzPEhERERmHgvZpWbQFkJ6ejsjISH2HQUREREQF4O3tDTMzM32HYVDYnyUiIiIyLvn1aVm0BcSqtre3N2Qymc7bFwQBkZGRWreflJaECvMrAAAejXoEazProgWSlARUyGgPjx4B1kVs7x1S2BzR28U8GT7myDgwT4aPOcpd5n3hKNucMu9J9erVWdA2Ivy7bpyYN+PDnBkn5s04MW/5K2iflkVbQHyETCaTFesPlLbty2QyJKUnFeq9eTSYUbjNfM2/PDkU988A6QbzZPiYI+PAPBk+5ih3fPw/p7fVn6XiwbwZJ+bN+DBnxol5M07MW/7y69NymAIRERERERERERGRAeFIWyIiIiKid8SlS5c4qsWICIIAhUIBlUrFvBkR5s34MGfGiXkzTsaWN7lcDhcXF32HkSsWbYmIiIiI3hEBAQFIypwOi4iIiIjeyMrSElHR0QZZuGXR1oCZykwxtflU8XXRGzQFpk797zUREdFbJggClEqlvsMweIIgAABev35tFCMUdMnMzMyoFxpbuXIl5s2bh969e2Py5MkAgM2bNyMiIgJXr15FUlISzpw5A1tb21zfn5aWhs6dOyM6Ohrh4eHw8vLS6vND2vqgqh37eURERET5iYpNwOdh5xAXF8eiLWnHTGaGaS2m6bBBM2CaDtsjIiIqILVajX///Rfx8fH6DsUoqNVqmJiYICYmpsQtuiWVSlG5cmWYmZnpOxStXb58GZs2bULVqlU19qekpKBp06Zo2rQp5s2b98Y2Zs+ejbJlyyI6OrpQMXjKbeAntyzUe4mIiIjIcLBoS0RERMUus2BbtmxZWFlZlbhCpLbUajVSUlJgaWlZou6VSqXCo0eP8PjxY7i4uBjVtSclJWHs2LH4/vvv8fPPP2sc69u3LwDg1KlTb2zjn3/+wbFjx7B48WIcPny4uEIlIiIiIiPAoq0BU6lViIqNAgB4OXpBKinio4IqFRCV0R68vAAjfvSQiIiMhyAIYsG2TJky+g7HKKjVaqhUKlhYWBhV4VIXHB0d8ejRI6Snp8PUiKZzmj59Opo3b47GjRvnKNoWRFxcHL777jssXboUFhYWxRAhEREREeVGEARxerK39XkFwaKtAUtRpqDmzzUBAIkTE2FtZl3EBlOAmhntITERsC5ie0RERAWQOYetlZWVniMhY5A5LYIgCEZTtN25cyeuXbuGrVu3Fur9arUaEyZMQLdu3eDt7Y0HDx7oOEIiIiIiyotCoTDINRVYtCUiIqK3oqSNGKXCMbafk8ePH+OHH37AqlWrYG5uXqg21q5di6SkJAwaNEjH0RERERFRfjw9PeHj4/PWPk8QBERGRuZ7Hou2RERERESFdPXqVTx79gyBgYHiPkEQcObMGaxfvx6RkZGQyWRvbOPkyZO4ePEivL29NfZ36tQJ7dq1w48//lgssRMRERERIJPJ8u2v6QOLtkREREREhdSwYUPs2LFDY9/EiRPh5uaGAQMGFOgLwLfffosRI0aI20+fPkX//v3x008/oXbt2roOmYiIiIiMAIu2RERERHmYMGECwsLC0LVrV0yfPl3jWFBQEDZs2ICOHTti1qxZeoowb3v37sWmTZtw9epVxMfHIzw8HF5eXjnOu3DhAn766SdcvnwZUqkUXl5eCA0NFRfDatmyJR4+fKjxntGjR2PgwIF5fvaUKVNw/PhxPH36FFZWVvD19cWYMWPg7u6u24s0ADY2NvD09NTYZ2VlBXt7e3F/bGws4uLicO/ePQAZ86ZZW1ujfPnysLe3R4UKFXK8HwBcXFxQrlw5reJRxCVCokwt7OUQERERlRhRsQn6DuGNWLQlIiIieoPy5ctj165dmDRpkljITE1NRURERI5imyFJTk6Gn58fWrdujW+//TbXcy5cuIAvv/wSgwYNwnfffQeZTIbo6OgcCzEMHz4cXbp0Ebet81nMtEaNGmjXrh3Kly+Ply9fYvHixejfvz/+/vtvg3z0rLht2rQJS5YsEbd79uwJAAgODtaYVkEXBkRcRFJSkk7bJCIiInpXWVlaQi6X6zuMXLFoS0RERPQG1atXx/3797F37160b98eQMYo1vLly8PJyUnjXJVKhZCQEGzevBlxcXGoVKkShgwZgo8//hhAxlyn3333HU6ePIm4uDiUL18ePXr0QJ8+fcQ2JkyYgFevXsHb2xvr16+HUqlEmzZtMGnSJJiamhY47g4dOgAAHjx4kOc5wcHB6NWrl8aoWTc3txznWVtbw9HRscCf3bVrV/G1k5MTRowYgU8//RQPHz6Ei4tLgdsxVmvXrtXY/vrrr/H1118X+P1OTk64fv16oT774MGDJbIwbqwEQYBCoYCnpyfzZkSYN+PDnBkn5s04GVve5HK5wfZPWbQ1YKYyU4xpNEZ8XfQGTYExY/57TUREpG9vGhEokwH/H9ma77lSKWBpmf+5+YwQzUunTp2wfft2sWi7bds2BAYG4vTp0xrnrVixAn/++SeCgoJQqVIlnDlzBmPHjkXp0qVRv359qFQqlCtXDgsXLoS9vT0uXLiAKVOmwNHREW3atBHbOXXqFBwcHLBmzRrcu3cPI0eOhJeXlzjadfHixQgLC8OBAwcKdT0A8OzZM1y6dAnt2rVDt27dcO/ePbi5uWHEiBGoW7euxrkhISH4+eefUb58ebRt2xZ9+/aFiUnBupHJycnYvn07nJyctH7Un7RXu3ZtmJmZ6TsMKiBBECCVSuHj42MUX2wpA/NmfJgz48S8GSfmTXdYtDVgZjIzzPlwjg4bNAPm6LA9IiKiorKxyftYmzbAzp3/bZctCyQn535u8+bAoUP/bVeqBMTF5TxPrS5MlGjfvj3mzZsnzu16/vx5zJ8/X6Nom5aWhhUrVmD16tXw9fUFADg7O+PcuXPYvHkz6tevD1NTUwwfPlx8j7OzMy5evIjdu3drFG1tbW0xfvx4lCpVCu7u7mjevDlOnDghFm0dHBzg7OxcqGvJdP/+fQDAkiVLMG7cOHh5eSE8PBx9+/ZFREQEKlWqBADo1asXqlevDjs7O1y4cAHz589HbGwsJk6c+Mb2169fj7lz5yI5ORmVK1fG6tWrWUwkIiIiIiogFm315N69e4jL7ctkLgx5qDYREVFJULp0abRo0QJhYWFQq9Vo0aIFSpcurXFOTEwMUlJS0K9fP439SqVSYwGw9evXY9u2bXj06BFSU1OhVCpRrVo1jfd4eHhojExwdHSEQqEQtz///HN8/vnnRbomlUoFIGMqg06dOgHImArixIkT2LZtG0aPHg0A+OKLL8T3VKtWDaamppg6dSpGjx79xiJs+/bt0aRJE8TGxiI0NBQjRozAxo0bYW5uXqS4iYiIiIhKAhZt9eDevXvwqlYNySkpbz5RAsAOsDA3R9SpaFRyrVS0D1apgP+vWgwXl4xHSYmIiPQpMTHvY9kfp3r6NO9zs/+bdvduoUPKS6dOnTB9+nQAwNSpU3McT/7/KOAVK1bgvffe0ziWWdzcuXMnfvzxR4wfPx6+vr6wtrZGaGgoLl26pHF+9qkHJBIJ1IUcJZyXzDlq3d3dNfa7u7vj0aNHeb6vdu3aSE9Px4MHD3Kd/zZTqVKlUKpUKVSqVAm1a9dG/fr1sW/fPrRt21Y3F0BERERE9A5j0VYP4uLikJySgnUd68DLsVSe56VIBPiXP4LXSMXDJw+LXrRNSQEqV854nZhY6Hn9iIiIdEabf4uK69wCatq0KZRKJSQSCfz9/XMcd3d3h5mZGR49eoT69evn2sb58+fh6+uLnj17ivvuZf5C9S1zcnJC2bJlcefOHY39d+/eRbNmzfJ8X1RUFKRSKcqUKaPV56nVaqSlpRUqViIiIiKikoZFWz3yciwFv/L2eR5PQvrbC4aIiIjeSCaT4a+//hJfZ2djY4N+/fohODgYarUaderUQUJCAs6fPw8bGxt07NgRrq6uCA8Px5EjR+Dk5IQ//vgDkZGRcHJy0iqWdevWYd++fVizZk2e58THx+Px48d4+v8RypnFWblcDkdHR0gkEvTv3x+LFy9GtWrV4OXlhbCwMNy+fRuLFi0CAFy4cAGXLl1Cw4YNYW1tjQsXLiA4OBjt27eHnZ0dAODJkyfo06cPZs+ejVq1auH+/fvYtWsXmjRpgtKlS+Pff//FypUrYWFhgebNm2t1nUREREREJRWLtkREREQFZPOmhdMAjBgxAqVLl8aKFSvw4MEDlCpVCtWrV8fgwYMBAN26dUNUVBRGjhwJiUSCTz75BD169MDhw4e1iuPFixfiQmJ5OXDggMZiYSNHjgQADBs2DF9//TUAoG/fvkhLS0NwcDBevnyJatWqYdWqVeJc+mZmZti1axeWLFmCtLQ0ODk5oW/fvhrz3CqVSty5cwcp/5/2yczMDGfPnsWaNWvw6tUrlClTBnXr1sXGjRu1Hp1LRERERFRSsWhLRERElIdZs2a98fiyZcs0tiUSCfr06YM+ffrker6ZmRmCg4MRHByssT9z0a/Mz1Sr1eIcuQAwefJkjfO//vprsfCal8DAQAQGBr7xHAAYOHAgBg4cmOuxGjVqYMuWLW98v5OTE65fvy5uv/feewgJCcn3c4mIiIiIKG8s2hIRERERvSMuXbqU6/QdZJgEQYBCoYBKpWLejAjzZnyYM+PEvBkHuVwuPqVFusWiLRERERFRIS1evBhLlizR2Fe5cmXs3r0bQMZCcz/++CPOnTuHtLQ0NG3aFN999x3kcrl4/tWrVzF37lxERkZCJpPhww8/xIQJE2BdiAX1AgICkJSUVLSLIiIiIiogK0tLREVHs3BbDPRatN2wYQM2btyIhw8fAgA8PDwwZMgQcZGK1NRUzJo1C7t27UJaWhr8/f0xdepUjU7uo0ePMG3aNJw6dQpWVlbo0KEDRo8eDRMT1qOJiIiIqPh5eHhg9erV4nbmaKDk5GT069cP1apVExeNW7hwIQYPHowtW7ZAKpXiyZMn+OKLL9C6dWt89913SExMxMyZMzFx4kRxQThthLT1QVU7U91cGBEREdEbRMUm4POwc4iLi2PRthjotbJZrlw5jBkzBq6urlCr1QgPD8fQoUMRFhYGDw8PzJw5E//88w8WLFiAUqVKYcaMGRg2bBg2bdoEIGOo/KBBgyCXy7Fp0yY8ffoU48ePh6mpKUaNGqXPS9MJE0jQOakCfr/6CLI2OngUwMQEGDLkv9dEREREVGQymQyOjo459p8/fx4PHz5EeHi4uIjdjz/+iHr16uHkyZNo3LgxDh06BBMTE0ydOhVSqRQAEBQUhPbt2yMmJgaurq5axeIpt4Gf3LLoF0VEREREeiXV54e3bNkSzZs3R6VKlVC5cmWMHDkSVlZWuHjxIhISErBt2zZMmDABjRo1Qs2aNTFz5kxcuHABFy9eBAAcPXoUN2/exJw5c+Dl5YXmzZvjm2++wfr165GWlqbPS9MJc8gw4aUnsAswk5npoEFzYOnSjD/m5kVvj4iIiIgQExMDf39/tGrVCqNHj8ajR48AAGlpaZBIJDAz+68fZ25uDqlUinPnzonnmJqaigVbALCwsAAA8RwiIiIiKnn0WrTNShAE7Ny5E8nJyfD19cWVK1egVCrRuHFj8Rx3d3dUqFBBLNpevHgRnp6eGtMl+Pv7IzExETdv3nzbl0BEREREJUytWrUQHByMX375BdOmTcPDhw/Rs2dPJCYmwsfHB5aWlpgzZw5SUlKQnJyMH3/8EYIgIDY2FgDQsGFDxMXF4ZdffkFaWhpevnyJefPmAYB4DhEREZEhEwRB409u+/gn5z3Kj96fkb9+/Tq6deuG1NRUWFlZYenSpahSpQqioqJgamoKW1tbjfPLlCkjdmDj4uI0CrYAxO3CdHILetMK2272/+ZHDTVeSNMAKyA9Pb3o8anVQFxcxmu5HJBIitbeO0Tb3JB+ME+GjzkyDm87T4IgQK1Wi38of5n3qSTer8yfk9w6tIb4/5bMtRgAoFq1aqhduzYCAgLw119/oXPnzli4cCGmTZuGtWvXQiqV4pNPPkGNGjUg+X8/zMPDA7NmzcKsWbMwf/58SKVS9OrVC3K5XDyHiIiIyJApFAqNp4YAIDIyUk/RvDv0XrStXLkywsPDkZCQgD179mD8+PFYt26dXmIp7h+ozPYVCkWBzk+GgPfLHQfGAZHXI8VFLQpLmpIC36ZNAQAXjhyBypLznWXH/6kYB+bJ8DFHxuFt5snExAQpKSlQqVRv7TPfBSkpKfoO4a1LTU2FUqlEdHS0vkMpFFtbW1SqVAn37t0DkPEU2P79+/H8+XOYmJjA1tYWTZo0QZs2bcT3tGvXDu3atUNcXBwsLS0hkUjw66+/wtnZWV+XQURERFRgnp6e8PHxAZDxS/bIyEh4e3sXuY71rsq8R/nRe9HWzMxMXGChZs2aiIyMxG+//YbWrVtDqVTi1atXGqNtnz17Ji70IJfLcfnyZY324v4/kjS3xSDyU1w/UNl/YAvzhdWjiof4F6DQkpLEl7Vq1QKsrYvW3juE/1MxDsyT4WOOjMPbztPr168RExMDS0tLca5OejO1Wo2UlBSxgFeSSKVSmJqaokqVKjl+XgrawdWnpKQk3L9/P0dftHTp0gCAEydO4NmzZ2jZsmWO92Y+MbZ161aYm5ujSZMmxR8wERERURHJZLIc3yty20fa0XvRNjuVSoW0tDTUrFkTpqamOHHiBD766CMAwO3bt/Ho0SOxeOnj44Ply5fj2bNnKFOmDADg+PHjsLGxQZUqVbT+7OL+gcpsvzCfoZPYsrxfJpNpbFMG/k/FODBPho85Mg5vK08ymQwSiUT8Q5pOnTqF3r1748yZM7C1tcX27dsxc+ZM/PPPPyXynmVes7H8f+THH39EQEAAKlSogKdPn2Lx4sWQSqVo27YtAGDbtm1wd3dH6dKlceHCBcycORN9+/aFm5ub2Ma6devg6+sLKysrHD9+HLNnz8bo0aNzTBNGRERERCWHXou28+bNQ7NmzVC+fHkkJSUhIiICp0+fRmhoKEqVKoVOnTph1qxZsLOzg42NDb7//nv4+vqKRVt/f39UqVIF48aNw9ixYxEbG4sFCxagZ8+eGqv0EhERERXGhAkTEBYWhq5du2L69Okax4KCgrBhwwZ07NgRs2bN0tlntmnTBs2aNdNZewWVWTzOze+//57xlA6A6OhoTJ8+HZGRkShdujQ+//xzDBgw4I1tV61aNce++fPn45NPPil64Hr277//YtSoUYiPj0fp0qVRp04dbNmyRRxZe+fOHcyfPx8vX75ExYoVMXjwYPTt21ejjcuXL2Px4sVISkqCm5sbgoKC0KFDh0LFo4hLhESZWsSrIiIiIspfVGyCvkN4p+m1aPvs2TOMHz8eT58+RalSpVC1alWEhoaKj4JNmjQJUqkUw4cPR1paGvz9/TF16lTx/TKZDMuXL8e0adPQtWtXWFpaomPHjhg+fLi+LomIiIjeMeXLl8euXbswadIk8XH91NRUREREoEKFCjr/PAsLC5ibmyM5OVnnbb+Jr68vjh49qrFv4cKFOHHiBLy9vQEAiYmJ6N+/Pxo1aoSgoCAoFApMmjQJtra26Nq16xvbDw4ORtP/z60P4J0ZRfrTTz+98fiYMWMwZsyYN54ze/ZsncUzIOIikrJMiUVERERUnKwsLcUpnki39Fq0nTlz5huPm5ubY+rUqRqF2uwqVqyIkJAQXYdGREREBACoXr067t+/j71796J9+/YAgL1796J8+fJwcnLSOFelUiEkJASbN29GXFwcKlWqhCFDhuDjjz8Wz/nnn38wc+ZMPH78GLVr10bHjh012sg6PQIA3Lt3D8HBwbh06RJSUlLg5uaG0aNHo3HjxuJ7WrZsiS5duiAmJga7d++GnZ0dvvrqq3wLqVmZmZlpzMOqVCrx999/4/PPPxenaPjzzz+hVCoxc+ZMmJmZwcPDA1FRUVi9enW+n2Vra1uoNQdIOwcPHjSKaSUogyAIUCgU8PT0ZN6MCPNmfJgz48S8GQe5XA4XFxd9h/FOMrg5bYmIiKjkSErLe0SgTCqDhYlFgc6VSqSwNLXM91xrs8ItwtmpUyds375dLNpu27YNgYGBOH36tMZ5K1aswJ9//omgoCBUqlQJZ86cwdixY1G6dGnUr18fjx8/xrBhw9CzZ0906dIFV65cwY8//vjGz05OTkbz5s0xcuRImJmZITw8HIMHD8bu3bs1RvquXr0aw4cPx+DBg7Fnzx5MmzYN9erVE+dO7dWrFypWrFjgqRwOHDiA+Ph4dOrUSdx38eJF1K1bV2MaKn9/f4SEhODly5ews7PLs72goCBMnjwZzs7O6NatGzp16lTi5ut9G2rXrs1pwoyIIAiQSqXw8fFhQcKIMG/GhzkzTswblXQs2howE0jQNvk9RCieQNZGB/+DMjEB+vT57zUREZGe2QTb5HmsjUcb7OyxU9wuO7cskpW5TxnQ3LU5DvU9JG5XWlgJcclxOc5TT1UXKs727dtj3rx5ePjwIQDg/PnzmD9/vkbRNi0tDStWrMDq1avh6+sLAHB2dsa5c+ewefNm1K9fHxs3boSLiwsmTJgAAHBzc4NCoXjjU0PVqlVDtWrVxO0RI0Zg//79OHDgAD7//HNxf7NmzdCzZ08AwIABA/Drr7/i1KlTYtG2fPnyWo103bp1K/z9/VGuXDlxX1xcXI7RxZmPw8XFxeVZtB0+fDgaNmwIS0tLHD16FEFBQUhOTs5zDl0iIiIiopKOlTsDZg4ZguK9EBH+BGbf6WDEhLk58OuvRW+HiIiohCldujRatGiBsLAwqNVqtGjRQlxoKlNMTAxSUlLQr18/jf1KpRJeXl4AgFu3bokLemXKXGA1L0lJSViyZAkOHTqE2NhYCIKA169f49GjRxrnZV3sSyKRQC6X49mzZ+I+beZN/ffff3H06FEsWLCgwO95k6FDh4qvq1evjpSUFISGhrJoS0RERESUBxZtiYiISG8SJybmeUwm1XzK5OmYp3meK5VINbbvfnO3SHHlplOnTpg+fToA5DrffubCYStWrMB7772ncawoj6v/+OOPOH78OMaPHw8XFxdYWFhg+PDhUCqVGueZZHuKRiKRQK0u3Mjibdu2wd7eHi1bttTYL5fLERenOYI5c1ubBShq166NZcuWIS0tjY/yExERERHlgkVbA6aGGikSATBFob90aTaoBjJXorayAjiPHBER6Zk2c8wW17kF1bRpUyiVSkgkEvj7++c47u7uDjMzMzx69Aj169fPtQ13d3ccOHBAY9+lS5fe+LkXLlxAx44d8cEHHwDIGHmbOU1DcVCr1di+fTs6dOgAU1NTjWM+Pj5YsGABlEqleOz48eOoXLnyG+ezzS4qKgp2dnYs2BIRERER5UGa/ymkL8kQ4F/+CDAZeC281kGDyYCNTcaf5NznBCQiIqLcyWQy/PXXX9i1a1eui2HY2NigX79+CA4ORlhYGO7du4erV69i7dq1CAsLAwB069YNd+/exY8//ojbt29jx44d4rG8uLq6Yt++fYiKikJ0dDRGjx4NlUqldfzjxo3DvHnz8j3v5MmTePDgAT777LMcx9q1awdTU1NMnjwZN27cwK5du/Dbb7/hiy++EM/Zt28fPv74Y3H7wIED+P3336FQKBATE4MNGzZgxYoVGvPxEhERERGRJo60JSIiIiogG5u8F04DMhYJK126NFasWIEHDx6gVKlSqF69OgYPHgwAqFChAhYvXozg4GCsW7cOtWrVwsiRIzFp0qQ825wwYQImTZqEbt26wcHBAQMGDEBSUpLWsT9+/BhSaf6/r9+6dSt8fX3h7u6e41ipUqUQGhqK6dOnIzAwEA4ODhgyZAi6du0qnpOQkIA7d+6I2yYmJli/fj1mzpwJAOJCbF26dNH6GoiIiIiISgqJWifP3Rs3QRBw8eJF+Pj45DpyRtftnz9/HnXq1MG5gS3gV94+z/clIR02kggAwNHWR9GkfpOiBZKUlDHKFgASEwFr3T86aqyK+2eAdIN5MnzMkXF423l6/fo17ty5g8qVK8PCwqLYP+9doFarkZycDCsrK0hK2HRGb/p54f9j8pZ5b1QqFe+NEREEAQqFAp6ensybEWHejA9zZpzeRt7kcjlcXFyKpe2Siv21/BX0HnGkLRERERGRjqxcuRLz5s1D7969MXnyZDx48ACtWrXK9dwFCxagdevWGvtevHiBTz/9FE+ePMGZM2dga2ur1ecHBAQUaiQ2ERFRSWRlaYmo6GgWbskgsWhLRERERKQDly9fxqZNm1C1alVxX/ny5XH06FGN8zZv3ozQ0FA0a9YsRxuTJ09G1apV8eTJk0LFENLWB1XtTPM/kYiIqISLik3A52HnEBcXx6ItGSQWbYmIiIiIiigpKQljx47F999/j59//lncL5PJ4OjoqHHu/v370bp1a1hnm6pqw4YNSEhIwJAhQ3D48OFCxeEpt4Gf3LJQ7yUiIiIiw5H/ahRERERERPRG06dPR/PmzdG4ceM3nnflyhVERUXhs88+09h/8+ZNLFu2DD/++GOBFowjIiIioncbR9oaMBkkaJXiiL9vx0LaRgedd5kMyPyCwMmgiYiIiHRi586duHbtGrZu3ZrvuVu3boW7uzv8/PzEfWlpaRg1ahTGjh2LChUq4P79+8UZLhEREWUhCAIEQdB3GO+MzHvJe5q3gt4bFm0NmAVkmP2iBur8fgjmE8x10KAF8PvvRW+HiIioEFQqlb5DICOgVqv1HYJWHj9+jB9++AGrVq2Cufmb+2uvX79GREQEhgwZorF/3rx5cHd3x6efflqcoRIREVEuFAoFn3IpBpGRkfoOweixaEtERETFyszMDFKpFI8ePYKjoyPMzMwgkUj0HZZBU6vVSE1NhVQqLVH3Sq1WIzY2FhKJBKamxrGY1tWrV/Hs2TMEBgaK+wRBwJkzZ7B+/XpERkZC9v8nnHbv3o3Xr1+jQ4cOGm2cPHkSCoUCe/bsAfBf4bphw4YYPHgwhg8f/nYuhoiIqATy9PSEj4+PvsN4ZwiCgMjISHh7e4t9INKUeY/yw6ItERERFSupVIrKlSvj8ePHePTokb7DMQpqtRpKpRKmpqYlqmgLABKJBE5OTkbTyW/YsCF27NihsW/ixIlwc3PDgAEDNK5j27ZtaNmyJUqXLq1x/uLFi/H69WtxOzIyEpMmTcL69eu5mjUREVExk8lkRtPvMCa8r0XHoq0BS0I66lQ4BEwDUtJTdNBgEmBjk/E6MRHItmIxERFRcTEzM4OLiwvS09M5v1UBCIKA6OhoVKlSpcR1dk1NTY3qmm1sbODp6amxz8rKCvb29hr7Y2JicObMGaxcuTJHG9kLsy9evAAAuLu7w9bWthiiJiIiIiJDx6ItERERvRWZj7wby2Pv+pRZ2LawsDCqAiblbdu2bShXrhz8/f2L9XMUcYmQKFOL9TOIiIjeBVGxCfoOgeiNWLQlIiIiItKhtWvX5tg3atQojBo1qkDvb9CgAa5fv16ozx4QcRFJSUmFei8REVFJY2VpCblcru8wiHLFoi0RERER0Tvi4MGDHJ1tRARBgEKhgKenJ/NmRJg348OcGae3kTe5XM7548lgsWhLRERERPSOqF27NszMzPQdBhWQIAiQSqXw8fFhIcmIMG/GhzkzTswblXRSfQdARERERERERERERP9h0ZaIiIiIiIiIiIjIgHB6BAMmgwRNXpfGsXvPIW2jg/q6TAa0afPfayIiIiIiIiIiIjI4HGlrwCwgw6LntYANgLnMXAcNWgA7d2b8sbAoentERERERERERESkcyzaEhERERERERERERkQFm2JiIiIiIiIiIiIDAjntDVgSUhHk3KHgUlASnqKDhpMAsqWzXj99ClgbV30NomIiIjIYFy6dAkyrl1gNARBgEKhgEqlYt6MCPNmfJizopPL5XBxcdF3GEQlCou2Bu61VAWY6bDB5GQdNkZEREREWa1cuRLz5s1D7969MXnyZI1jarUaAwYMwJEjR7B06VK8//774rHLly9j3rx5uHr1KiQSCWrVqoWxY8eiWrVqWn1+QEAAkpKSdHItREREmawsLREVHc3CLdFbxKItEREREZEOXL58GZs2bULVqlVzPb5mzRpIJJIc+5OSkjBgwAC0bNkSU6dOhSAIWLx4Mfr3749Dhw7B1NS0wDGEtPVBVbuCn09ERJSfqNgEfB52DnFxcSzaEr1FLNoSERERERVRUlISxo4di++//x4///xzjuNRUVFYtWoVtm3bBn9/f41jt2/fRnx8PIYPH47y5csDAIYOHYr27dvj0aNHcHV1LXAcnnIb+Mkti3YxRERERKR3XIiMiIiIiKiIpk+fjubNm6Nx48Y5jqWkpGD06NGYMmUKHB0dcxyvXLky7O3tsXXrVqSlpeH169fYunUr3N3dUbFixbcRPhEREREZGI60JSIiIiIqgp07d+LatWvYunVrrseDg4Ph6+urMYdtVjY2Nli7di2GDh2KZcuWAQBcXV0RGhoKExN214mIyDAIggBBEN7q52X9LxkH5i1/Bb037AUSERERERXS48eP8cMPP2DVqlUwNzfPcfzvv//GyZMnERYWlmcbr1+/xuTJk+Hn54d58+ZBpVJh1apVGDRoELZu3QoLC4vivAQiIqICUSgUkErf/gPbkZGRb/0zqeiYt6Jj0daASSFBnVQ7nHv8MtdFK7RvUAo0b/7fayIiIiIqkqtXr+LZs2cIDAwU9wmCgDNnzmD9+vXo3r077t27h3r16mm87+uvv0bdunWxdu1a7NixAw8fPsTmzZvFL8Nz585F/fr18ffff+OTTz55q9dERESUG09PT/j4+Ly1zxMEAZGRkfD29oZMJntrn0tFw7zlL/Me5YdFWwNmCRlWPvNFnV8PweJrHYywsLQEDh0qejtEREREBABo2LAhduzYobFv4sSJcHNzw4ABA+Dg4ICuXbtqHG/Xrh0mTpyIgIAAABkjbaVSqcYv6TO3VSpV8V8EERFRAchkMr0U4fT1uVQ0zFvRsWhLRERERFRINjY28PT01NhnZWUFe3t7cX9ui49VqFABzs7OAIDGjRtj9uzZCAoKQq9evaBSqbBy5UrIZDI0aNCg+C+CiIiIiAwOi7ZERERERHrk7u6O5cuXY8mSJejatSukUim8vLzwyy+/oGzZslq1pYhLhESZWkyREhFRSRQVm6DvEIhKJBZtDVgS0tHqvWPAWCAlPUUHDSYBlSplvL57F7C2LnqbRERERKRh7dq1bzx+/fr1HPuaNGmCJk2aFPmzB0RcRFJSUpHbISIiysrK0hJyuVzfYRCVKCzaGrh4mRLQZW01Lk6HjRERERGRITl48CDnjzMigiBAoVDA09OTeTMizJvxYc6KTi6Xw8XFRd9hEJUoLNoSEREREb0jateuDTMzM32HQQUkCAKkUil8fHxYSDIizJvxYc6IyBhJ9R0AEREREREREREREf2HRVsiIiIiIiIiIiIiA8KiLREREREREREREZEBYdGWiIiIiIiIiIiIyIBwITIDJoUE1dNK4VpsAiQSiQ4alAJ16/73moiIiIiIiIiIiAwOK3cGzBIyrI2rA4QAFjILHTRoCZw5k/HH0rLo7REREREREREREZHOcaQtEREREdE74tKlS5DJZPoOgwpIEAQoFAqoVCrmzYgwb9qTy+VwcXHRdxhEREaFRVsiIiIiondEQEAAkpKS9B0GEZEGK0tLREVHs3BLRKQFFm0NWDLS0bbsCWAEkJKeooMGk4Hq1TNeX7sGWFkVvU0iIiKiEmzFihXYu3cvbt++DQsLC/j6+mLMmDFwc3MDADx48ACtWrXK9b0LFixA69atNfa9ePECn376KZ48eYIzZ87A1tZWq3hC2vqgqp1p4S6GiKgYRMUm4POwc4iLi2PRlohICyzaGjA1gMcmqYC9rhpUAzEx/70mIiIioiI5ffo0evbsCW9vbwiCgPnz56N///7YuXMnrKysUL58eRw9elTjPZs3b0ZoaCiaNWuWo73JkyejatWqePLkSaHi8ZTbwE/OtQuIiIiIjJ1ei7b5jUwAgF69euH06dMa7+vatSumT58ubj969AjTpk3DqVOnYGVlhQ4dOmD06NEwMWFNmoiIiIiKT2hoqMb2rFmz0KhRI1y9ehX16tWDTCaDo6Ojxjn79+9H69atYW1trbF/w4YNSEhIwJAhQ3D48OFij52IiIiIDJdeq5r5jUzI1KVLFwwfPlzctrT8b/SAIAgYNGgQ5HI5Nm3ahKdPn2L8+PEwNTXFqFGj3ur1EBEREVHJlpCQAACws7PL9fiVK1cQFRWFKVOmaOy/efMmli1bhi1btuD+/fvFHicR0dsmCAIEQdDbZ2f9LxkH5s04MW/5K+i90WvRNr+RCZksLCxyjFDIdPToUdy8eROrV6+GXC6Hl5cXvvnmG8ydOxfDhg2DmZlZsV4DEREREREAqFQqzJw5E35+fvD09Mz1nK1bt8Ld3R1+fn7ivrS0NIwaNQpjx45FhQoVWLQloneSQqGAVCrVawyRkZF6/XwqHObNODFvRWdQ8wfkNTJhx44d+PPPP+Ho6IiAgAAMGTJEHG178eJFeHp6Qi6Xi+f7+/tj2rRpuHnzJqpnLrxFRERERFSMgoKCcOPGDWzYsCHX469fv0ZERASGDBmisX/evHlwd3fHp59++jbCJCLSC09PT/j4+OjlswVBQGRkJLy9vSGTyfQSA2mPeTNOzFv+Mu9RfgymaJvXyIS2bduiQoUKKFu2LK5fv465c+fizp07WLJkCQAgLi5Oo2ALQNyOjY3VKobiGrqdfWh4YT5HJ4+SCAJk4ksB4FB1EYfvGwfmyfAxR8aBeTJ8zFHuDPl+TJ8+HYcOHcK6detQrly5XM/ZvXs3Xr9+jQ4dOmjsP3nyJBQKBfbs2QMAUP9/wdiGDRti8ODBGtOEEREZK5lMpvcCjiHEQNpj3owT81Z0BlO0zWtkQteuXcXXVatWhaOjI/r27Yt79+7BxcVFpzEU99DtzPYVCkWBzpcAcFNa4faLZNy8eRPWZtb5vueN7b1+Da//L/IWFRkJtYVFkdp7F3H4vnFgngwfc2QcmCfDxxwZPrVajRkzZmDfvn1Yu3YtnJ2d8zx327ZtaNmyJUqXLq2xf/HixXj9+rW4HRkZiUmTJmH9+vU67+8SERERkXEwiKJtQUYmZKpduzYAICYmBi4uLpDL5bh8+bLGOXFxcQCQ5zy4eSmuodvZh4arVKoCvc8KJvg9tj7qrDwE777eunmU5P8F49pFb+mdwuH7xoF5MnzMkXFgngwfc5S7gj5K9jYFBQUhIiICy5Ytg7W1tfikV6lSpWCR5RfkMTExOHPmDFauXJmjjeyF2RcvXgAA3N3dYWtrq1U8irhESJSp2l4GEVGxiYpN0HcIRERGSa9FW21GJmSKiooC8F9B1sfHB8uXL8ezZ89QpkwZAMDx48dhY2ODKlWqaBVPcQ/dzmy/MJ/BYeVvB++zcWCeDB9zZByYJ8PHHBm+jRs3AgB69eqlsT84OBiBgYHi9rZt21CuXDn4+/sXazwDIi4iKSmpWD+DiEhbVpaWOaY1JCKiN9Nr0Ta/kQn37t3Djh070Lx5c9jb2+P69esIDg5GvXr1UK1aNQAZi45VqVIF48aNw9ixYxEbG4sFCxagZ8+eMDMz0+flEREREdE77vr16wU6b9SoURg1alSBzm3QoEGB283u4MGDLPQbEUEQoFAo4OnpybwZEeZNe3K5nNO9EBFpSa9F2/xGJpiamuLEiRP47bffkJycjPLly+PDDz/UWHFXJpNh+fLlmDZtGrp27QpLS0t07NjxnViwIRnp6Ox4GhgCpKSn6KDBZKBevYzXZ84AVlZFb5OIiIiIDEbt2rU5cMGICIIAqVQKHx8fFv+MCPNGRERvg16LtvmNIChfvjzWrVuXbzsVK1ZESEiIrsIyGGoAt02TgbK6alANXLv232siIiIiIiIiIiIyOFJ9B0BERERERERERERE/2HRloiIiIiIiIiIiMiAsGhLREREREREREREZEBYtCUiIiIiIiIiIiIyICzaEhERERERERERERkQE30HQHmTACifbo7Hiak6alACuLr+95qIiIiI3imXLl2CTCbTdxhUQIIgQKFQQKVSMW9GhHn7j1wuh4uLi77DICJ6J7Foa8CsYIKIp41QZ+UhWPay1EGDVsDdu0Vvh4iIiIgMUkBAAJKSkvQdBhGVEFaWloiKjmbhloioGLBoS0RERERUBE+ePMGcOXNw5MgRpKSkwNXVFTNnzoS3tzcAYO/evdi0aROuXr2K+Ph4hIeHw8vLS6ON1NRUzJo1C7t27UJaWhr8/f0xdepUyOVyrWIJaeuDqnamOrs2IqK8RMUm4POwc4iLi2PRloioGLBoS0RERERUSC9fvkT37t3RoEEDhISEwMHBATExMbCzsxPPSU5Ohp+fH1q3bo1vv/0213ZmzpyJf/75BwsWLECpUqUwY8YMDBs2DJs2bdIqHk+5DfzkOnhCi4iIiIj0ikVbA5YCAb3k54ABwGvhtQ4aTAGaNct4ffgwYMkOPREREVFRhISEoFy5cggODhb3OTs7a5zToUMHAMCDBw9ybSMhIQHbtm3D3Llz0ahRIwAZRdw2bdrg4sWL8PHxKZbYiYiIiMhwsWhrwFRQ45pZAlARUKvVOmhQBZw9+99rIiIiIiqSAwcOwN/fH8OHD8eZM2fw3nvvoUePHujSpUuB27hy5QqUSiUaN24s7nN3d0eFChVYtCUigycIAgRB0HcYb5QZn6HHSZqYN+PEvOWvoPeGRVsiIiIiokK6f/8+Nm7ciC+++AKDBw9GZGQkvv/+e5iamqJjx44FaiMuLg6mpqawtbXV2F+mTBnExsYWR9hERDqjUCgglUr1HUaBREZG6jsEKgTmzTgxb0XHoi0RERERUSGp1WrUrFkTo0aNAgBUr14dN27cwKZNmwpctCUiMmaenp4G/0SAIAiIjIyEt7c3ZDKZvsOhAmLejBPzlr/Me5QfFm2JiIiIiArJ0dER7u7uGvvc3NywZ8+eArchl8uhVCrx6tUrjdG2z549g6Ojo85iJSIqDjKZzGgKM8YUK/2HeTNOzFvRGcczDEREREREBsjPzw937tzR2Hf37l1UrFixwG3UrFkTpqamOHHihLjv9u3bePTokcGPXiMiIiKi4sGRtkREREREhdSnTx90794dy5cvR+vWrXH58mVs2bIF06dPF8+Jj4/H48eP8fTpUwAQi7xyuRyOjo4oVaoUOnXqhFmzZsHOzg42Njb4/vvv4evrq3XRVhGXCIkyVWfXR0SUl6jYBH2HQET0TmPR1sDZC6aIf63UXYNyue7aIiIiIirhatWqhSVLlmD+/PlYunQpnJycMGnSJLRv314858CBA5g4caK4PXLkSADAsGHD8PXXXwMAJk2aBKlUiuHDhyMtLQ3+/v6YOnWq1vEMiLiIpKSkIl4VEVHBWFlaQs7vmERExYJFWwNmDRP8/aQJ6qw8BMtuljpo0BrgCsREREREOhUQEICAgIA8jwcGBiIwMPCNbZibm2Pq1KmFKtRmdfDgQc4fZ0QEQYBCoYCnpyfzZkSYt//I5XK4uLjoOwwioncSi7ZERERERO+I2rVrw8zMTN9hUAEJggCpVAofH58SX/wzJswbERG9DVyIjIiIiIiIiIiIiMiAsGhrwFIgYGCZC0Bf4LXwWgcNpgAtWmT8SUkpentERERERERERESkc5wewYCpoMY585dAJUCtVuugQRXwzz//vSYiIiIiIiIiIiKDw5G2RERERERERERERAaERVsiIiIiIiIiIiIiA8KiLREREREREREREZEB4Zy2RERERETviEuXLkEmk+k7DCogQRCgUCigUqmYNyNSUvIml8vh4uKi7zCIiEosFm2JiIiIiN4RAQEBSEpK0ncYRPQOsLK0RFR0NAu3RER6wqKtgbNQSfE6XaW7Bq2sdNcWERERERXIkydPMGfOHBw5cgQpKSlwdXXFzJkz4e3tDQBISkrCvHnzsH//fsTHx8PJyQm9evVC9+7dtfqckLY+qGpnWhyXQEQlSFRsAj4PO4e4uDgWbYmI9IRFWwNmDRMc+7cZ6qw8BMtOljpo0BrgyAsiIiKit+rly5fo3r07GjRogJCQEDg4OCAmJgZ2dnbiObNmzcLJkycxZ84cVKxYEceOHUNQUBDKli2LVq1aFfizPOU28JProN9IRERERHrFoi0RERERUTEKCQlBuXLlEBwcLO5zdnbWOOfChQvo0KEDGjRoAADo2rUrNm/ejMuXL2tVtCUiIiKidwOLtkRERERExejAgQPw9/fH8OHDcebMGbz33nvo0aMHunTpIp7j6+uLAwcO4LPPPkPZsmVx6tQp3LlzBxMnTtRj5ERU0gmCAEEQ9B1GkWVew7twLSUJ82acmLf8FfTesGhrwF5DwPDSl4EeQKqQqoMGXwOdOmW83rYNsLAoeptERERE9Eb379/Hxo0b8cUXX2Dw4MGIjIzE999/D1NTU3Ts2BEA8N133+G7775Ds2bNYGJiAolEgu+//x716tXTc/REVJIpFApIpVJ9h6EzkZGR+g6BCoF5M07MW9GxaGvABKhxzOI54Amo1DpYjEwQgF27/ntNRERERMVOrVajZs2aGDVqFACgevXquHHjBjZt2iQWbdeuXYuLFy/i559/RoUKFXD27FlxTtvGjRvrM3wiKsE8PT3h4+Oj7zCKTBAEREZGwtvbGzKZTN/hUAExb8aJectf5j3KD4u2RERERETFyNHREe7u7hr73NzcsGfPHgDA69ev8dNPP2HJkiVo0aIFAKBatWqIiopCaGgoi7ZEpDcymeydKrq8a9dTUjBvxol5K7p35zkHIiIiIiID5Ofnhzt37mjsu3v3LipWrAgASE9Ph1KphEQi0ThHJpNBrVa/tTiJiIiIyHBwpC0RERERUTHq06cPunfvjuXLl6N169a4fPkytmzZgunTpwMAbGxsUL9+fcyZMwcWFhaoUKECzpw5g/DwcEyYMEGrz1LEJUKi1MFaCERUokXFJug7BCKiEo9FWyIiIiKiYlSrVi0sWbIE8+fPx9KlS+Hk5IRJkyahffv24jnz58/H/PnzMWbMGLx8+RIVKlTAyJEj0b17d60+a0DERSQlJen6EoioBLKytIRcLtd3GEREJRaLtkRERERExSwgIAABAQF5Hnd0dERwcHCRP+fgwYOcP86ICIIAhUIBT09P5s2IlJS8yeVyuLi46DsMIqISi0VbIiIiIqJ3RO3atWFmZqbvMKiABEGAVCqFj4/PO138e9cwb0RE9DZwITIDZg0TnHvUApgGWJpY6qBBa0CtzvhjbV309oiIiIiIiIiIiEjnWLQlIiIiIiIiIiIiMiAs2hIREREREREREREZEBZtDdhrCBjncBXoDKQKqTpo8DXQuXPGn9evi94eERERERERERER6RyLtgZMgBp/W8YCNQCVWqWDBgVg69aMP4JQ9PaIiIiIiIiIiIhI51i0JSIiIiIiIiIiIjIgWhdtw8LCcOjQIXF79uzZqFu3Lrp164aHDx/qMjYiIiIiIiIiIiKiEsdE2zcsX74c06ZNAwBcuHABGzZswMSJE3Hw4EEEBwdjyZIluo6RiIiIiIgK4NKlS5DJZPoOgwpIEAQoFAqoVCrmzYi8C3mTy+VwcXHRdxhERPQGWhdt//33X7i6ugIA9u/fjw8//BBdu3aFn58fevXqpfMAiYiIiIgM1YYNG7Bx40bxiTMPDw8MGTIEzZs3BwDExsZi9uzZOH78OJKSklC5cmUMHjwYH330kdhGfHw8ZsyYgYMHD0IqleLDDz/E5MmTYW1trXU8AQEBSEpK0s3FEdE7y8rSElHR0SzcEhEZMK2LtlZWVoiPj0eFChVw7Ngx9O3bFwBgbm6O1NRUXcdHRERERGSwypUrhzFjxsDV1RVqtRrh4eEYOnQowsLC4OHhgfHjx+PVq1f4+eef4eDggB07dmDEiBHYtm0bqlevDgAYM2YMYmNjsXr1aiiVSkyaNAlTpkzBvHnztI4npK0PqtqZ6voyiegdEhWbgM/DziEuLo5FWyIiA6Z10bZx48b49ttv4eXlhbt374qjCG7cuIGKFSvqPEAiIiIiIkPVsmVLje2RI0di48aNuHjxIjw8PHDhwgVMnToVtWrVAgAMGTIEa9aswdWrV1G9enXcunULR44cwdatW+Ht7Q0A+PbbbzFw4ECMGzcO7733nlbxeMpt4Ce31M3FEREREZHeaL0Q2dSpU+Hr64vnz59j0aJFcHBwAABcvXoVn3zyic4DLMmsIMPRx02BHwALmYUOGrQCEhMz/lhZFb09IiIiIhIJgoCdO3ciOTkZvr6+AABfX1/89ddfiI+Ph0qlws6dO5Gamor69esDyFgjwtbWVizYAhmDJKRSKS5fvqyX6yAiIiIi/dNqpG16ejp+++03DBgwAOXKldM4Nnz4cK0/fMWKFdi7dy9u374NCwsL+Pr6YsyYMXBzcxPPSU1NxaxZs7Br1y6kpaXB398fU6dOhVwuF8959OgRpk2bhlOnTsHKygodOnTA6NGjYWKi9UBigyKBBJZqGaAEJBKJDhqUAIWYG42IiIiI8nb9+nV069YNqampsLKywtKlS1GlShUAwIIFCzBy5Eg0aNAAJiYmsLCwwJIlS8Q1IuLi4lC6dGmN9kxMTGBnZ4fY2Ni3fi1EVHIIggBBEPQdxluReZ0l5XrfFcybcWLe8lfQe6NVVdPExAShoaHo0KFDYWLK4fTp0+jZsye8vb0hCALmz5+P/v37Y+fOnbD6/0jQmTNn4p9//sGCBQtQqlQpzJgxA8OGDcOmTZsAZFzooEGDIJfLsWnTJjx9+hTjx4+HqakpRo0apZM4iYiIiIjyUrlyZYSHhyMhIQF79uzB+PHjsW7dOlSpUgULFy7Eq1ev8Ouvv8LBwQH79+/HiBEjsH79elStWlXfoRNRCaZQKCCVav3wrVGLjIzUdwhUCMybcWLeik7roagNGzbEmTNn4OTkVOQPDw0N1dieNWsWGjVqhKtXr6JevXpISEjAtm3bMHfuXDRq1AhARhG3TZs2uHjxInx8fHD06FHcvHkTq1evhlwuh5eXF7755hvMnTsXw4YNg5mZWZHj1JdUCJhqHwV0ANKENB00mAoMGpTxesUKwNy86G0SERERlXBmZmbiyNmaNWsiMjISv/32G7788kusW7cOERER8PDwAABUq1YNZ8+exfr16zF9+nTI5XI8f/5co7309HS8fPkSjo6Ob/1aiKjk8PT0hI+Pj77DeCsEQUBkZCS8vb0hk8n0HQ4VEPNmnJi3/GXeo/xoXbRt1qwZ5s2bB4VCgRo1asDSUnOhg1atWmnbpCghIQEAYGdnBwC4cuUKlEolGjduLJ7j7u6OChUqiEXbixcvwtPTU2O6BH9/f0ybNg03b94UV+U1RulQI8LqCeADCGodDCtPTwfWrMl4vXQpi7ZERERExUClUiEtLQ0pKSkAkGMkm0wmg1qtBpAx5+2rV69w5coV1KxZEwBw8uRJqFQqcfEyIqLiIJPJSlxBpSRe87uAeTNOzFvRaV20DQoKAgCsXr06xzGJRIKoqKhCBaJSqTBz5kz4+fnB09MTQMYcX6amprC1tdU4t0yZMuIcX3FxcRoFWwDitrbzgBXXfBvZ5/MozOfoZL4hQYBMfCkAnF9ExDlXjAPzZPiYI+PAPBk+5ih3hng/5s2bh2bNmqF8+fJISkpCREQETp8+jdDQULi5ucHV1RVTpkzB+PHjYW9vj/379+PYsWNYsWIFgIwBCU2bNsV3332HoKAgKJVKzJgxA5988gnee+89PV8dEREREemL1kXb6Ojo4ogDQUFBuHHjBjZs2FAs7RdEcc+3kdm+QqHQ+r03bt6AtVnRFhGTpqTA9/+vL1++DFW2UdLEOVeMBfNk+Jgj48A8GT7myPA9e/YM48ePx9OnT1GqVClUrVoVoaGhaNKkCQBg5cqVmDdvHgYPHozk5GS4uLhg1qxZaN68udjG3LlzMWPGDPTp0wdSqRQffvghvv3220LFo4hLhESZqpNrI6J3U1Rsgr5DICKiAtC6aJtVamoqzHXwiP306dNx6NAhrFu3DuXKlRP3y+VyKJVKvHr1SmO07bNnz8Q5vuRyOS5fvqzRXlxcHABoPQ9Ycc23kX0+D5VKpXUbHlU8ij7fUFKS+LJWrVqAddGKwO8SzrliHJgnw8ccGQfmyfAxR7kr6Pxfb9PMmTPfeLxSpUpYvHjxG8+xt7fHvHnzdBLPgIiLSMrS5yMiyo2VpWWOJ1aJiMiwaF20FQQBy5cvx6ZNm/Ds2TPs2bMHzs7OWLBgASpWrIjOnTsXuC21Wo0ZM2Zg3759WLt2LZydnTWO16xZE6ampjhx4gQ++ugjAMDt27fx6NEjsYDp4+OD5cuX49mzZyhTpgwA4Pjx47CxsUGVKlW0urbinm8js/3CfIZOYsvyfplMprFNGTjninFgngwfc2QcmCfDxxyRtg4ePMifGSMiCAIUCgU8PT2ZNyPyLuRNLpfDxcVF32EQEdEbaF20/fnnnxEeHo6xY8fiu+++E/d7enpizZo1WhVtg4KCEBERgWXLlsHa2lqcg7ZUqVKwsLBAqVKl0KlTJ8yaNQt2dnawsbHB999/D19fX7Fo6+/vjypVqmDcuHEYO3YsYmNjsWDBAvTs2RNmZmbaXh4RERERkdGqXbs2+8BGRBAESKVS+Pj4GG3xryRi3oiI6G3Qumj7xx9/YMaMGWjUqBGmTp0q7q9atSpu376tVVsbN24EAPTq1Utjf3BwMAIDAwEAkyZNglQqxfDhw5GWlgZ/f3+Nz5XJZFi+fDmmTZuGrl27wtLSEh07dsTw4cO1vTQiIiIiIiIiIiIivdO6aPvkyZNcH6NQq9VIT0/Xqq3r16/ne465uTmmTp2qUajNrmLFiggJCdHqs42BFWTY/29jvP/bcVi0tdBBg1bA06f/vSYiIiIiIiIiIiKDI9X2DVWqVMHZs2dz7N+9eze8vLx0EhRlkEACB5UZkAxIJBIdNCgBHB0z/uiiPSIiIiIiIiIiItI5rUfaDhkyBBMmTMCTJ0+gVquxd+9e3LlzB+Hh4VixYkVxxEhERERERERERERUYmg90vb999/H8uXLceLECVhaWmLRokW4desWli9fjiZNmhRHjCVWKgTMslMAbYA0IU0HDaYCQ4dm/ElNLXp7REREREREREREpHNaj7QFgLp162L16tW6joWySYcav1s/AuoDglrQQYPpwLJlGa9nzwbMzYveJhEREREREREREemU1kXbx48fQyKRoFy5cgCAy5cvY8eOHahSpQq6du2q8wCJiIiIiKhgLl26BJlMpu8wqIAEQYBCoYBKpWLejMjbyptcLs91EXAiIioZtC7ajh49Gl26dEGHDh0QGxuLvn37wtPTEzt27EBsbCyGDRtWHHESERERERmkJ0+eYM6cOThy5AhSUlLg6uqKmTNnwtvbGwCgVquxaNEi/P7773j16hX8/Pwwbdo0VKpUSaOdQ4cOYenSpbh+/TrMzc1Rr149LMt8SqqAAgICkJSUpKtLIyI9srK0RFR0NAu3REQllNZF2xs3bqBWrVoAgL/++guenp7YtGkTjh49iqlTp7JoS0REREQlxsuXL9G9e3c0aNAAISEhcHBwQExMDOzs7MRzQkJCsHbtWsyaNQtOTk5YuHAh+vfvj127dsH8/9NV7dmzB9999x1GjhyJhg0biiP5tBXS1gdV7Ux1dn1EpB9RsQn4POwc4uLiWLQlIiqhtC7apqenw8zMDABw/PhxtGzZEgDg5uaG2NhY3UZHRERERGTAQkJCUK5cOQQHB4v7nJ2dxddqtRq//fYbvvrqK7z//vsAgNmzZ6Nx48bYv38/PvnkE6Snp+OHH37A2LFj0blzZ/G9VapU0ToeT7kN/OSWRbgiIiIiIjIEUm3fUKVKFWzatAlnz57F8ePH0axZMwDA06dPYW9vr+v4iIiIiIgM1oEDB1CzZk0MHz4cjRo1QocOHbBlyxbx+IMHDxAbG4vGjRuL+0qVKoXatWvjwoULAIBr167hyZMnkEql6NChA/z9/fHll18WaqQtEREREb0btB5pO2bMGAwbNgyhoaHo0KEDqlWrBiCjw5o5bQIRERERUUlw//59bNy4EV988QUGDx6MyMhIfP/99zA1NUXHjh3FJ9HKlCmj8b4yZcogLi5ObAMAlixZggkTJqBixYpYvXo1evXqhT179nBgBFEJJggCBEHQdxhGL/Me8l4aF+bNODFv+SvovdG6aNugQQOcPHkSiYmJGnN1denSBZaWfBRLlywhw44nDdBu4ymYtzXXQYOWwJ07/70mIiIioiJRq9WoWbMmRo0aBQCoXr06bty4gU2bNqFjx44FakOlUgEABg8ejI8++ggAEBwcjGbNmmH37t3o1q1b8QRPRAZPoVBAKtX6AVnKQ2RkpL5DoEJg3owT81Z0WhdtAUAmk2kUbAHAyclJJwHRf6SQoIJgCcQDUokO/qGWSoFsqxQTERERUeE5OjrC3d1dY5+bmxv27NkjHgeAZ8+eoWzZsuI5z549E59YyzwnaztmZmZwdnbG48ePizV+IjJsnp6e8PHx0XcYRk8QBERGRsLb2xsymUzf4VABMW/GiXnLX+Y9yk+Bi7b16tWDRCLJsd/GxgaVK1dGv3790KRJE+2iJCIiIiIyYn5+friT+STT/929excVK1YEkDGwwdHRESdOnICXlxcAIDExEZcuXUL37t0BADVr1oSZmRnu3LmDunXrAgCUSiUePnyIChUqvMWrISJDI5PJWPTQId5P48S8GSfmregKXLSdNGlSrvtfvXqFq1evYtCgQVi0aBFatmyps+BKujSosMD2FvABoFQpddBgGjB5csbrH34AzMyK3iYRERFRCdanTx90794dy5cvR+vWrXH58mVs2bIF06dPBwBIJBL07t0bP//8M1xdXeHk5ISFCxeibNmyeP/99wFkDILo1q0bFi9ejPLly6NChQoIDQ0FAHz88cd6uzYiIiIi0p8CF23zm5PLy8sLK1euZNFWh5RQYa3NfaAJkK5K10GDSmDu3IzX06axaEtERERURLVq1cKSJUswf/58LF26FE5OTpg0aRLat28vnjNgwACkpKRgypQpePXqFerUqYNffvkF5ub/rVkwbtw4mJiYYNy4cXj9+jVq166NNWvW5JiSLD+KuERIlKk6uz4i0o+o2AR9h0BERHpWqDltc9OiRQv8/PPPumqOiIiIiMgoBAQEICAgIM/jEokE33zzDb755ps8zzE1NcX48eMxfvz4IsUyIOIikpKSitQGERkGK0tLyOVyfYdBRER6orOibVpaGkxNTXXVHBERERFRsThx4gT27duHhw8fQiKRwMnJCR999BHq1aun79CK7ODBg5w/zogIggCFQgFPT0/mzYi8rbzJ5XK4uLgUW/tERGTYdFa03bp1q7gCLhERERGRIZoyZQq2bNkCOzs7VKpUCWq1GhcuXMD69evRo0cPfPfdd/oOsUhq164NM06BZTQEQYBUKoWPjw+LtkaEeSMiorehwEXb4ODgXPcnJCTg2rVruHv3LtatW6ezwIiIiIiIdGnfvn3Yvn07Zs6ciY4dO0IikQAAVCoVtm/fjmnTpqFx48Zo1aqVniMlIiIiopKuwEXba9eu5brfxsYGjRs3xuLFi+Hs7KyzwIiIiIiIdGnbtm344osvEBgYqLFfKpXis88+w507d7B161YWbYmIiIhI7wpctF27dm1xxkFEREREVKyuXbuGIUOG5Hn8ww8/xNdff/0WIyIiIiIiyp1U3wFQ3iwhw5an9YClgLnMXAcNWgJXrmT8sbQsentERERERuTFixd477338jxerlw5xMfHv72AiIiIiIjyoLOFyEj3pJDAPd0aiAWkEh3U16VSoEaNordDREREZISUSiVMTU3zPC6TyaBUKt9iREREREREuWPRloiIiIhKjAULFsAyjyeOUlJS3nI0RERERES5Y9HWgKVBhRWl7gAtAKVKB6M+0tKAmTMzXk+aBJiZFb1NIiIiIiNRr1493Llz543n1K1b9y1FUzwuXboEmUym7zCogARBgEKhgEqlYt6MSGHyJpfL4eLiUsyRERHRu6RARduOHTvi119/hZ2dHZYsWYL+/fvnOUKBdEcJFVaWigFaAOmqdB00qASCgjJejx3Loi0RERGVKMWxsO6KFSuwd+9e3L59GxYWFvD19cWYMWPg5uYmnhMbG4vZs2fj+PHjSEpKQuXKlTF48GB89NFH4jl37tzB7Nmzcf78eSiVSlStWhXffPMNGjZsqFU8AQEBSEpK0tn1EZFuWFlaIio6moVbIiIqsAIVbW/duoWUlBTY2dlh6dKl6N69O4u2RERERFTinT59Gj179oS3tzcEQcD8+fPRv39/7Ny5E1ZWVgCA8ePH49WrV/j555/h4OCAHTt2YMSIEdi2bRuqV68OABg8eDBcXV2xZs0aWFhYYM2aNRg8eDD27dsHR0fHAscT0tYHVe3ynreXiN6+qNgEfB52DnFxcSzaEhFRgRWoaOvl5YWJEyeiTp06UKvVCA0NFTuh2Q0bNkynARIRERER6UJwcHCBzps4cWKB2wwNDdXYnjVrFho1aoSrV6+iXr16AIALFy5g6tSpqFWrFgBgyJAhWLNmDa5evYrq1avj+fPnuHv3Ln744QdUq1YNADB69Ghs2LABN27c0Kpo6ym3gZ+cgyuIiIiIjF2BirbBwcFYvHgxDh48CIlEgiNHjuQ6d49EImHRloiIiIgM0rVr1/I9RyKRFOkzEhISAAB2dnbiPl9fX/z1119o0aIFbG1t8ddffyE1NRX169cHADg4OKBy5coIDw9H9erVYWZmhs2bN6NMmTKoUaNGkeIhIiIiIuNUoKKtm5sbfvrpJwBAtWrV8Ouvv6JMmTLFGhgRERERkS4Vx5y2WalUKsycORN+fn7w9PQU9y9YsAAjR45EgwYNYGJiAgsLCyxZsgSurq4AMgrFv/76K4YMGQI/Pz9IpVKULl0av/zyi0bxl4iMmyAIEARB32GUSJn3nfffuDBvxol5y19B702BirZZRUdHax0MEREREdG7LigoCDdu3MCGDRs09i9cuBCvXr3Cr7/+CgcHB+zfvx8jRozA+vXrUbVqVajVagQFBaFMmTJYv349LCws8Pvvv2Pw4MHYunUrypYtq6crIiJdUigUkEql+g6jRIuMjNR3CFQIzJtxYt6KTuuiLQDcu3cPa9aswa1btwAAVapUQe/evTmpOhERERGVSNOnT8ehQ4ewbt06lCtXTtx/7949rFu3DhEREfDw8ACQ8eTa2bNnsX79ekyfPh0nT57EoUOHcObMGdjY2AAAatSogePHjyM8PBwDBw7UyzURkW55enrCx8dH32GUSIIgIDIyEt7e3rlO9UiGiXkzTsxb/jLvUX60LtoeOXIEX331Fby8vODn5wcAOH/+PD755BMsX74cTZo00T5aypUFZPgt1g+9w87DrK2ZDhq0AE6f/u81ERERERWJWq3GjBkzsG/fPqxduxbOzs4ax1NSUgAgx+g6mUwGtVqtcU72+XQlEglUKlVxhU5Eb5lMJmMBQ8+YA+PEvBkn5q3otC7azps3D3379sWYMWM09s+dOxdz585l0VaHZJCghtIWeATIJDr4QZfJgP+vYkxERERERRcUFISIiAgsW7YM1tbWiI2NBQCUKlUKFhYWcHNzg6urK6ZMmYLx48fD3t4e+/fvx7Fjx7BixQoAgI+PD2xtbTFhwgQMHToU5ubm2LJlCx4+fIgWLVro8eqIiIiISF+0LtreunULCxYsyLG/U6dOWLNmjS5iIiIiIiIqFunp6Vi+fDk+++wzjWkMCmvjxo0AgF69emnsDw4ORmBgIExNTbFy5UrMmzcPgwcPRnJyMlxcXDBr1iw0b94cAMRFxxYsWIA+ffpAqVTCw8MDS5cuRbVq1bSKRxGXCIkytcjXRUS6ExWboO8QiIjICGldtC1dujSioqJQqVIljf1RUVEoU6aMruIiAGlQ4Tfre0BjQKlS6qDBNGDhwozX33wDmOlgygUiIiIiI2JiYoLQ0FB06NBBJ+1dv34933MqVaqExYsXv/Ecb29vhIaGFjmeAREXkZSUVOR2iEi3rCwtIZfL9R0GEREZEa2Ltp07d8aUKVNw//59jTltQ0JC0LdvX13HV6IpocJCu9vAh0C6Kl0HDSqBceMyXg8ZwqItERERlUgNGzbEmTNn4OTkpO9QdO7gwYOcP86ICIIAhUIBT09P5s2IFCZvcrmcC3cTEZFWtC7aDh06FDY2Nli1ahXmz58PAChbtiyGDRuG3r176zxAIiIiIiJdatasGebNmweFQoEaNWrA0tJS43irVq30FFnR1a5dG2b8xbzREAQBUqkUPj4+LNoaEeaNiIjeBq2LthKJBH379kXfvn2RmJgIALCxsdF5YERERERExSEoKAgAsHr16hzHJBIJoqKi3nZIREREREQatC7aZsViLREREREZm+joaH2HQERERET0RlJ9B0BEREREpC+pqan6DoGIiIiIKAcWbYmIiIioRBEEAUuXLkXTpk3h6+uL+/fvAwAWLFiA33//Xc/RERERERGxaEtEREREJczPP/+MsLAwjB07FqampuJ+T09PbN26VY+RERERERFl0Kpoq1Qq0adPH9y9e7eYwqGsLCDDirjawK+AmUwHqwBbWAAHD2b8sbAoentERERERuiPP/7AjBkz0L59e0il/3WHq1atitu3b+sxMiIiIiKiDFotRGZqaorr168XVyyUjQwS1E1zAO4CMolMBw3KgBYtit4OERERkRF78uQJXFxccuxXq9VIT0/XQ0S6c+nSJchkOug30lshCAIUCgVUKhXzZkS0yZtcLs/1/zdERET50apoCwDt27fH1q1bMWbMmOKIh4iIiIioWFWpUgVnz55FxYoVNfbv3r0bXl5eeopKNwICApCUlKTvMIjo/6wsLREVHc3CLRERaU3roq0gCNi4cSOOHz+OmjVrwtLSUuP4xIkTdRZcSaeEClusHgL1AKVKqYMGlcDKlRmvBw4EsszhRkRERFRSDBkyBBMmTMCTJ0+gVquxd+9e3LlzB+Hh4VixYoVWba1YsQJ79+7F7du3YWFhAV9fX4wZMwZubm45zlWr1RgwYACOHDmCpUuX4v333xePnThxAgsXLsT169dhZWWFDh06YOTIkTAx0a67HtLWB1Xt2McjMgRRsQn4POwc4uLiWLQlIiKtaV20VSgUqF69OgDgzp07GsckEoluoiIAQBpU+NH+BvAJkK7SwaN6aWnAsGEZr/v2ZdGWiIiISqT3338fy5cvx9KlS2FpaYlFixahevXqWL58OZo0aaJVW6dPn0bPnj3h7e0NQRAwf/589O/fHzt37oSVlZXGuWvWrMm1vxwdHY0BAwZg8ODB+PHHH/HkyRNMnToVKpUK48eP1yoeT7kN/OSW+Z9IRERERAZN66Lt2rVriyMOIiIiIqK3pm7duli9enWR2wkNDdXYnjVrFho1aoSrV6+iXr164v6oqCisWrUK27Ztg7+/v8Z7du3ahapVq2LY/3+57urqirFjx2LEiBEYOnQobGxsihwnERERERkXrYu2mWJiYnDv3j3Uq1cPFhYWUKvVHGlLRERERAbv8ePHkEgkKFeuHADg8uXL2LFjB6pUqYKuXbsWqe2EhAQAgJ2dnbgvJSUFo0ePxpQpU+Do6JjjPWlpaTA3N9fYZ2FhgdTUVFy9ehUNGjQoUkxEpF+CIEAQBH2HUaJl3n/mwbgwb8aJectfQe+N1kXbFy9eYMSIETh16hQkEgn27t0LZ2dnTJo0CXZ2dpgwYYLWwRIRERERvS2jR49Gly5d0KFDB8TGxqJv377w9PTEjh07EBsbK4541ZZKpcLMmTPh5+cHT09PcX9wcDB8fX015rDNyt/fH2vWrEFERARat26NuLg4LF26FAAQGxtbqFiIyHAoFApIpVJ9h0EAIiMj9R0CFQLzZpyYt6LTumgbHBwMExMTHDp0CK1btxb3t2nTBrNmzdKqaHvmzBmEhobiypUriI2NzbEgw4QJExAWFqbxHn9/f43H0OLj4zFjxgwcPHgQUqkUH374ISZPngxra2ttL42IiIiISoAbN26gVq1aAIC//voLnp6e2LRpE44ePYqpU6cWumgbFBSEGzduYMOGDeK+v//+GydPnszRp83K398f48aNw9SpUzFu3DiYmZlhyJAhOHv2LAs9RO8AT09P+Pj46DuMEk0QBERGRsLb2xsymUzf4VABMW/GiXnLX+Y9yo/WRdtjx44hNDRUfJwsU6VKlfDo0SOt2kpOTkbVqlXRqVOnPDvHTZs2RXBwsLhtZmamcXzMmDGIjY3F6tWroVQqMWnSJEyZMgXz5s3TKhYiIiIiKhnS09PFPuXx48fRsmVLAICbm1uhR7ZOnz4dhw4dwrp16zT6ySdPnhSnFMvq66+/Rt26dcX1Ir744gv07dsXT58+hZ2dHR4+fIh58+bBycmpUPEQkeGQyWQsXBgI5sI4MW/GiXkrOq2LtsnJybCwsMixPz4+PkdBNT/NmzdH8+bN33iOmZlZrnN/AcCtW7dw5MgRbN26Fd7e3gCAb7/9FgMHDsS4cePw3nvvaRUPEREREb37qlSpgk2bNqFFixY4fvw4RowYAQB4+vQp7O3ttWpLrVZjxowZ2LdvH9auXQtnZ2eN4wMHDkTnzp019rVr1w4TJ05EQECAxn6JRCL2XyMiIlC+fHnUqFFDu4sjIiIioneC1kXbunXrIjw8XOzcAhnzd/3yyy/FskjC6dOn0ahRI9ja2qJhw4YYMWIEHBwcAAAXLlyAra2tWLAFgMaNG0MqleLy5cv44IMPdB7P22QOKRY888aI3ZEw/cRUBw2aAxER/70mIiIiKoHGjBmDYcOGITQ0FB06dEC1atUAAAcOHBCnTSiooKAgREREYNmyZbC2thZH6pYqVQoWFhZwdHTMdQBChQoVNAq8v/zyC5o2bQqpVIq9e/ciJCQECxYs0HqEiiIuERJlqlbvIaLiERWboO8QiIjIiGldtB07diz69u2LK1euQKlUYs6cObh58yZevnyJjRs36jS4pk2b4oMPPoCTkxPu37+P+fPnY8CAAdi8eTNkMhni4uJQunRpjfeYmJjAzs6uUI+2FdfKdtlXziv4KnFSNE0tA9wAJGpJ0eOTSICPP84aWNHae4dwdUPjwDwZPubIODBPho85yp2u7keDBg1w8uRJJCYmws7OTtzfpUsXWFpaatVWZv+3V69eGvuDg4MRGBhY4HYOHz6M5cuXIy0tDdWqVcPSpUvzfSItNwMiLiIpKUnr9xFR8bCytIRcLtd3GEREZIS0Ltp6enpiz549WLduHaytrZGcnIwPPvgAPXv2RNmyZXUa3CeffCK+rlq1KqpWrYr3339fHH2ra8W9sl1m+wqFQuv3csXRt4OrGxoH5snwMUfGgXkyfMxR8ZHJZBoFWwCFmj/2+vXrOnnPb7/9pnU7uTl48CDnjzMigiBAoVDA09OTeTMi2uRNLpfDxcXlLUVGRETvEq2LtkDG415fffWVrmPJl7OzMxwcHBATE4NGjRpBLpfj+fPnGuekp6fj5cuXec6D+ybFtbJd9pXzVCpVgd6nhAp/Wj4GfAC3Km5FX3FUqYTk/6sZq3v0AEx1MOXCO4KrGxoH5snwMUfGgXkyfMxR7gq60m5e6tWrB4lEkmO/jY0NKleujH79+qFJkyZFCVHvateurfU6E6Q/giBAKpXCx8eHf9eNCPNGRERvQ6GKti9fvsTWrVtx69YtABmLOQQGBmq9cIO2/v33X8THx4sFWV9fX7x69QpXrlxBzZo1AWSs0KtSqbSejwwo/pXtMtsv6GekQYUgh+tAB0AlURU9ttevgf79M1537QrksqBcScfVDY0D82T4mCPjwDwZPuZItyZNmpTr/levXuHq1asYNGgQFi1ahJYtW77lyIiIiIiINGldtD1z5gwGDx6MUqVKiYXStWvXYunSpVi+fDnq1atX4LaSkpJw7949cfvBgweIioqCnZ0d7OzssGTJEnz00UeQy+W4f/8+5syZA1dXVzRt2hQA4O7ujqZNm+K7775DUFAQlEolZsyYgU8++URceZeIiIiICAA6duz4xuNeXl5YuXIli7ZEREREpHdaF22nT5+ONm3aYNq0aeLID0EQEBQUhOnTp2PHjh0FbuvKlSvo3bu3uB0cHAwgo0M9bdo0KBQKhIeHIyEhAWXLlkWTJk3wzTffaDzyNXfuXMyYMQN9+vSBVCrFhx9+iG+//VbbyyIiIiKiEq5Fixb4+eef9R0GEREREZH2RduYmBgsXLhQ41E9mUyGvn37Ijw8XKu2GvyvvXuPi6rO/zj+ZgYQVLzgYF7xloAXBLRyJcw0L1tqm9l2+WXq5mqmu2Vpq9uappaaRpupW2b+zHuZmo/NysqyXc1r5gUVHUvLSxcBU64KnDm/P/w5NYnKwMDMwOv5ePjwzDnf85nPmY/glw9nvtOx41U/vGHBggXXjFGrVi0lJye79bwAAADAb+Xn5yuINf8BAADgAyzuntC6dWsdPXr0sv1Hjx5VTEyMR5ICAAAAytuqVauYzwIAAMAnFOtO20OHDjm3Bw4cqOeff17fffed4uLiJEl79+7VsmXLNGbMmLLJEgAAACilS0tx/VZWVpYOHjyob7/9VkuXLi3nrAAAAIDLFatpe9dddykgIECmaTr3zZw587Jxo0eP1h133OG57AAAAAAPOXjwYJH7q1evrsTERM2ePVuNGzcu56w8a+/evS7LmMG3GYYhu90uh8NB3fzI1epms9kUGRnppcwAABVJsZq2n376aVnngSJUkUXTz7TWuA0HFdTbA+urVakirVz5yzYAAEAlsmTJEm+nUOa6du2qnJwcb6cBVFpVQ0OVeugQjVsAQKkVq2nbsGHDss4DRQiURT3O19W4gwcVaHH7M+OKCBgo/fGPpY8DAAAASdLy5cu1YsUKnTp1SpLUsmVLjRgxQl26dJEkpaWlacaMGdqyZYtycnLUrFkzDR8+XL169ZIkbd++XQMHDiwy9jvvvKN27dq5lc/8PvGKrsmHqQHekJqWpQHv7lJ6ejpNWwBAqZWoE/jTTz9p165dOnPmjBwOh8uxK006AQAAgIqmXr16GjNmjJo0aSLTNLV27VqNHDlS7777rlq2bKmxY8cqMzNTr776qmrXrq333ntPo0aN0urVq9W6dWslJCRo8+bNLjFnzZqlrVu3KjY21u18omzV1d4W6qnLAwAAgJe43bRds2aNJkyYoKCgINWuXdvlWEBAAE1bDyqUQ5+EnJZaS4WOQg8ELJTefffidr9+F++8BQAAQIl169bN5fETTzyhFStWaM+ePWrZsqV2796tiRMnOu+YHTFihBYtWqQDBw6odevWCg4OVkREhPP8goICffrppxowYIACAgLK9VoAAADgO9zu2s2aNUsjR47UI488IovFUhY54f9dkEPjwg9K90oFjgIPBLwg3Xvvxe3sbJq2AAAAHmQYhtavX6/c3FwlJCRIkhISEvThhx/q1ltvVY0aNfThhx/qwoULuummm4qM8dlnn+ns2bPq379/eaYOwIMMw5BhGN5OA79yqR7Uxb9QN/9E3a6tuK+N21278+fPq3fv3jRsAQAAAEmHDx/W/fffrwsXLqhq1aqaO3eurr/+eknSyy+/rCeeeEIdO3ZUYGCgQkJCNGfOHDVp0qTIWKtWrVJSUpLq1atXnpcAwIPsdjs/L/uolJQUb6eAEqBu/om6lZ7bTdv+/ftr/fr1GjZsWFnkAwAAAPiVZs2aae3atcrKytJHH32ksWPHaunSpbr++us1a9YsZWZm6s0331Tt2rW1YcMGjRo1SsuWLVN0dLRLnB9//FGbN2/Wyy+/7J0LAeARUVFRio+P93Ya+BXDMJSSkqLY2FhZrVZvp4Niom7+ibpd26XX6FrcbtqOHj1ajzzyiDZt2qSoqCgF/uYt9n//+9/dDQkAAAD4reDgYOeds23btlVKSooWL16sP//5z1q6dKnWrVunli1bSpJiYmL05ZdfatmyZZo8ebJLnNWrV6tWrVqXrZMLwL9YrVYaFT6K2vgn6uafqFvpud20nTdvnjZv3qxmzZpddowPSwAAAEBl53A4lJ+fr7y8PEm67G3SVqtVpmm67DNNU2vWrNFdd92loKCgcssVAAAAvsntpu3ChQs1depU3X333WWRDwAAAOA3kpOTdcstt6h+/frKycnRunXrtGPHDi1YsEDNmzdXkyZNNGHCBI0dO1a1atXShg0b9MUXX2jevHkucbZt26aTJ0/qnnvuKVU+9vRsBRRcKFUMACWTmpbl7RQAABWI203b4OBgtW/fvixyAQAAAPxKRkaGxo4dq9OnTyssLEzR0dFasGCBbr75ZknS66+/ruTkZA0fPly5ubmKjIzU9OnT1aVLF5c4q1atUkJCglq0aFGqfIau26OcnJxSxQBQclVDQ2Wz2bydBgCgAnC7aTtw4EAtXbpU48ePL4t88CvBsmjiz9Ga9J/DCuztdqmKCBgsLVz4yzYAAABKZerUqVc93rRpU82ePfuacZKTkz2Sz8aNG1k/zo8YhiG73a6oqCjq5keuVjebzabIyEgvZQYAqEjc7gTu27dP27Zt08aNG9WyZcvLPohszpw5HkuusguSRXfm1dekPYcVZPHA2mZBQdLgwaWPAwAAAJ8UFxenYH457zcMw5DFYlF8fDxNWz9C3QAA5cHtpm2NGjXUs2fPssgFAAAAAAAAACo9t5u206ZNK4s8UIRCObSpSobUUip0FHogYKH00UcXt3v1kgI9sOQCAAAAAAAAAI+ia+fDLsihUXVSpAelAkeBBwJekPr0ubidnU3TFgAAAAAAAPBBbnftunXrpoCAgCse//TTT0uVEAAAAAAAAABUZm43bQcNGuTyuLCwUAcPHtTmzZs1ZMgQjyUGAAAAAAAAAJVRqZu2lyxbtkz79+8vdUIAAAAAAAAAUJl5bFHTW265RcnJyXxQGQAAAOAle/fuldVq9XYaKCbDMGS32+VwOKibD7PZbIqMjPR2GgCASsZjTdv169erVq1angoHAAAAwE1du3ZVTk6Ot9MAKpSqoaFKPXSIxi0AoFy53bS96667XD6IzDRNpaen68yZM5o4caJHkwMAAAB83c6dO7VgwQLt379faWlpmjt3rrp37+48npOTo+TkZG3YsEFnz55Vo0aN9NBDD+mBBx6QJJ09e1azZ8/W5s2b9cMPPyg8PFzdu3fX448/rrCwMLdymd8nXtE1gzx6fUBllpqWpQHv7lJ6ejpNWwBAuXK7afvrCagkBQQEKDw8XDfddJNatGjhscQgBcuisWdb6oUvjiiwtwduig4OlubM+WUbAAAApZabm6vo6Gj1799ff/nLXy47Pn36dG3btk0zZ85Uw4YN9cUXX2jSpEmqW7eubrvtNp0+fVqnT5/W2LFjdf311+vUqVN69tlndfr0ab3yyitu5RJlq672tlBPXRoAAAC8xO1OYFETUZSNIFl0b25DvbDziIIsHrhjIihIGjmy9HEAAADg1KVLF3Xp0uWKx3fv3q277rpLHTt2lCTdd999evvtt7Vv3z7ddtttioqK0uzZs53jIyMjNWrUKD311FMqLCxUYKDHVjQDAACAn2AGCAAAAJShhIQEffbZZ7rnnntUt25dbd++XceOHdPf//73K56TnZ2t6tWr07AFfIRhGDIMw7n967/h+6iZf6Ju/om6XVtxX5tizwJjYmJc1rItSkBAgA4ePFjckLgGQ6a+DP5ZaioZpgf+sRuGtGnTxe3OnSU+oRYAAKDMPfPMM3rmmWd0yy23KDAwUAEBAXruued04403Fjn+zJkz+te//qX77ruvnDMFcCV2u10Wi8VlX0pKipeyQUlRM/9E3fwTdSu9Yjdt51xaC7UIe/bs0ZIlS+RwODySFC46L0OP2PZKg6V8I98DAc9LXbte3M7OlqpVK31MAAAAXNWSJUu0Z88evfrqq2rQoIG+/PJL55q2iYmJLmOzs7P1yCOPqEWLFixLBviQqKgoxcfHS7p4h1RKSopiY2Nl5UYYv0DN/BN180/U7douvUbXUuym7W8/gEySjh49quTkZG3cuFF9+/bVY4895l6WAAAAQAV2/vx5/fOf/9ScOXN06623Srr4DrbU1FQtWLDApWmbnZ2tP//5z6pWrZrmzp2roCAPfKYBAI+wWq2XNR+K2gffRs38E3XzT9St9Eq0SNZPP/2k2bNna+3atUpKStLatWsVFRXl6dwAAAAAv1ZYWKiCgoLLlhmzWq0yTdP5ODs7W0OGDFFwcLBeffVVValSpbxTBQAAgA9xq2mblZWl1157TUuXLlWrVq305ptv6oYbbiir3AAAAACfl5OTo+PHjzsfnzx5UqmpqapZs6YaNGigm266STNnzlRISIgaNGignTt3au3atRo3bpykiw3bhx9+WHl5eZo5c6ays7OVnZ0tSQoPD3frLhV7erYCCi549gKBSiw1LcvbKQAAKqliN23nz5+vN954QzabTcnJyUUulwAAAABUNvv379fAgQOdj6dNmyZJ6tevn6ZPn66XXnpJL730ksaMGaNz586pQYMGeuKJJ/TAAw9Ikg4cOKC9e/dKknr06OES+9NPP1WjRo2KncvQdXuUk5NT2ksC8CtVQ0Nls9m8nQYAoJIpdtM2OTlZISEhioyM1Nq1a7V27doix13tA8sAAACAiqZjx446fPjwFY9HREQ4G7klOd8dGzduZP04P2IYhux2u6KioqibD7PZbIqMjPR2GgCASqbYTdu77rrrsrW4AAAAAPiOuLg4BQcHezsNFJNhGLJYLIqPj6dpCwAAXBS7aTt9+vSyzANFCJJFj59rrlnbjyqwd4k+M+43AYOkGTN+2QYAAAAAAADgczzQCURZCZZFA3MiNWvLUQVZPNBkDQ6Wnnqq9HEAAAAAAAAAlBmLtxMAAAAAAAAAAPyCO219mCFTB4IypQaSYRoeCGhIX311cbt9e4l1swAAAAAAAACfQ9PWh52XoYERX0nDpHwj3wMBz0s33XRxOztbqlat9DEBAAAAAAAAeBTLIwAAAAAAAACAD6FpCwAAAAAAAAA+hOURAAAAgApi7969svK5BX7DMAzZ7XY5HA7q5qNsNpsiIyO9nQYAoBKiaQsAAACU0PLly7VixQqdOnVKktSyZUuNGDFCXbp0kSRduHBB06dP1wcffKD8/HwlJSVp4sSJstlskqQ1a9bo73//e5Gxt2zZojp16riVT9euXZWTk1OKKwLwa1VDQ5V66BCNWwBAuaNpCwAAAJRQvXr1NGbMGDVp0kSmaWrt2rUaOXKk3n33XbVs2VJTp07Vf/7zH7388ssKCwvTlClT9Je//EVvvfWWJOmOO+5Q586dXWKOGzdO+fn5bjdsJWl+n3hF1wzyyLUBlV1qWpYGvLtL6enpNG0BAOWOpi0AAABQQt26dXN5/MQTT2jFihXas2eP6tWrp9WrV+vFF19Up06dJElTp07VHXfcoT179ig+Pl4hISEKCQlxnn/mzBlt375dzz33XInyibJVV3tbaMkvCAAAAD6BDyLzYUGyaFhWE+lzKdDigf56UJA0ceLFP0HcgQEAAOBJhmHo/fffV25urhISErR//34VFBQoMTHROaZFixZq0KCB9uzZU2SMtWvXKiQkRL///e/LKWsAAAD4Iu609WHBsuiRrGZ6/fPvFGTxQJM1OFh69tnSxwEAAIDT4cOHdf/99+vChQuqWrWq5s6dq+uvv16pqakKCgpSjRo1XMbXqVNHaWlpRcZatWqV+vTp43L3LQDvMgxDhmG4PP713/B91Mw/UTf/RN2urbivDU1bAAAAoBSaNWumtWvXKisrSx999JHGjh2rpUuXuh1n9+7d+uabbzRjxowyyBJASdntdlksl79JNSUlxQvZoDSomX+ibv6JupUeTVsf5pCpbwJzpAjJYTo8ENAhpaZe3G7VSipi4gEAAAD3BAcHq0mTJpKktm3bKiUlRYsXL9btt9+ugoICZWZmutxtm5GRoYiIiMvivPPOO2rVqpXatm1bbrkDuLaoqCjFx8c7HxuGoZSUFMXGxspqtXovMRQbNfNP1M0/Ubdru/QaXYtXm7Y7d+7UggULtH//fqWlpWnu3Lnq3r2787hpmnrllVf0zjvvKDMzU+3bt9ezzz6rpk2bOsecPXtWU6ZM0caNG2WxWNSzZ0/94x//ULVq1bxwRZ6VJ0P31t0pjZQuGBc8EDBPuvRDQHa2VAFeIwAAAF/jcDiUn5+vtm3bKigoSFu3blWvXr0kSUePHtX333/v0gCSpJycHH344YcaPXq0FzIGcDVWq7XIxsOV9sN3UTP/RN38E3UrPa/eapmbm6vo6GhNnDixyOPz58/XkiVL9Oyzz2rlypUKDQ3VkCFDdOHCLw3MMWPG6Ouvv9bChQv12muv6csvv9SECRPK6xIAAABQiSUnJ2vnzp06efKkDh8+rOTkZO3YsUN9+/ZVWFiY+vfvr+nTp2vbtm3av3+/nn76aSUkJFzWtP3ggw9kGIbuvPNO71wIAAAAfIpX77Tt0qWLunTpUuQx0zS1ePFiPfroo867b2fMmKHExERt2LBBvXv31jfffKNNmzZp1apVio2NlSSNHz9ew4YN09/+9jddd9115XYtAAAAqHwyMjI0duxYnT59WmFhYYqOjtaCBQt08803S5KefvppWSwWPfbYY8rPz1dSUlKRNyysXr1aPXr0uOxDy9xlT89WQIEH3qEFQKlpWd5OAQBQifnsmrYnT55UWlqaEhMTnfvCwsIUFxen3bt3q3fv3tq9e7dq1KjhbNhKUmJioiwWi/bt26cePXp4I3UAAABUElOnTr3q8SpVqmjixIlXfGfZJW+99ZZH8hm6bo9ycnI8EguAVDU0VDabzdtpAAAqIZ9t2qalpUmS6tSp47K/Tp06Sk9PlySlp6crPDzc5XhgYKBq1qzpPN8dhmGUMNvixf3t3+7GKHV+hiGrc9OQyuh6/VFpaoPyQ518HzXyD9TJ91GjovF6XNvGjRtZP86PGIYhu92uqKgo6uajbDabIiMjvZ0GAKAS8tmmrTcU55PbPBHfbre7fe6Rr4+oWnDpPjjMkpenhP/f3rdvnxyhoaWKVxGV9b8BeAZ18n3UyD9QJ99HjeCuuLg4BQcHezsNFJNhGLJYLIqPj6dpCwAAXPhs0zYiIkLSxXXC6tat69yfkZGhmJgYSRd/63nmzBmX8woLC3Xu3Dnn+e6IjY0tk8mSYRhKSUlxxnc4HG7HaHl9y8s+sMJtv3qrXLt27aRqpWsCVyS/rRF8E3XyfdTIP1An30eNinbpdQEAAAAqOp9t2jZq1EgRERHaunWrWrVqJUnKzs7W3r179cADD0iSEhISlJmZqf3796tt27aSpG3btsnhcFxsSrrJarWW6Q9Gl+IX9zmCZNFD2Y21ZO8JVeldpfS5hYRIY8ZczCUkROKHwMuU9b8BeAZ18n3UyD9QJ99HjQAAAIDKyatN25ycHB0/ftz5+OTJk0pNTVXNmjXVoEEDDRw4UK+++qqaNGmiRo0aadasWapbt666d+8uSWrRooU6d+6sZ555RpMmTVJBQYGmTJmi3r1767rrrvPWZXlMsCwaldlCSz45oa8Hfa0gS1CxzrviukvBwdLMmR7OEgAAAAAAAIAnebVpu3//fg0cOND5eNq0aZKkfv36afr06Ro6dKjy8vI0YcIEZWZmqkOHDnrjjTdUpUoV5zkvvviipkyZokGDBslisahnz54aP358uV9LWfkh+7wsAdKAAQOKfU7V0FClHjrEgvkAAAAAAACAH/Jq07Zjx446fPjwFY8HBATo8ccf1+OPP37FMbVq1VJycnJZpOd1Dpk6YmTLUVNa3LW92kTUuOY5qWlZGvDuLqWnp1/etHU4pEt3NkdGShZLGWQNAAAAAAAAoDR8dk1bSHky9ESr/VIrqfkP1dS+Xq1SBsyTmjW7uJ2dzQeRAQAAAAAAAD6Ipi0AAABQQezdu5cPr/MjhmHIbrfL4XBQNy+64meCAADgRTRtAQAAgFL46aefNHPmTG3atEl5eXlq0qSJpk6dqtjYWEmSaZp65ZVX9M477ygzM1Pt27fXs88+q6ZNmzpjDB8+XIcOHVJGRoZq1qypTp06acyYMW5/uG7Xrl2Vk5PjycsDKjw+EwQA4Ito2gIAAAAldO7cOT3wwAPq2LGj5s+fr9q1a+u7775TzZo1nWPmz5+vJUuWaPr06WrUqJFmzZqlIUOG6IMPPnB+wO7vfvc7DR8+XBEREfrpp580Y8YMPf7443rrrbfcymd+n3hF1wzy6DUCFdlVPxMEAAAvomkLAAAAlND8+fNVr149TZs2zbmvcePGzm3TNLV48WI9+uij6t69uyRpxowZSkxM1IYNG9S7d29J0uDBg53nNGzYUEOHDtXIkSNVUFCgoKDiN2GjbNXV3hZayqsCAACAt1m8nQAAAADgrz777DO1bdtWjz32mDp16qS77rpLK1eudB4/efKk0tLSlJiY6NwXFhamuLg47d69u8iYZ8+e1XvvvaeEhAS3GrYAAACoOLjTFgAAACihEydOaMWKFfrTn/6k4cOHKyUlRc8995yCgoLUr18/paWlSZLq1Knjcl6dOnWUnp7usm/mzJlatmyZ8vLyFB8fr9dee63crgOo7AzDkGEYxR7767/h+6iZf6Ju/om6XVtxXxuatj4sUAHqnh6hDUfTZG0U4IGAgdKIEb9sAwAAoFRM01Tbtm315JNPSpJat26tI0eO6K233lK/fv3cijVkyBDdc889+v777zVnzhyNHTtW8+bNU0CAB+aBAK7KbrfLYnHvjagpKSlllA3KCjXzT9TNP1G30qNz58OqyKrB30dqwwdpCh7mgZUsqlSR5s4tfRwAAABIkiIiItSiRQuXfc2bN9dHH33kPC5JGRkZqlu3rnNMRkaGYmJiXM4LDw9XeHi4mjVrphYtWqhLly7as2ePEhISyvgqAERFRSk+Pr5YYw3DUEpKimJjY2W1Wss2MXgENfNP1M0/Ubdru/QaXQtNWwAAAKCE2rdvr2PHjrns+/bbb9WwYUNJUqNGjRQREaGtW7eqVatWkqTs7Gzt3btXDzzwwBXjOhwOSVJ+fn4ZZQ7g16xWq9vNhZKcA++iZv6Juvkn6lZ6NG19mClTmdYCqerF7dIHNKVLa6fZbBJvtQMAACiVQYMG6YEHHtBrr72m22+/Xfv27dPKlSs1efJkSVJAQIAGDhyoV199VU2aNFGjRo00a9Ys1a1bV927d5ck7d27VykpKerQoYNq1Kih48ePa9asWYqMjOQuWwAAgEqKpq0Py5WhEW32SW2k8z84PBAwV7r0trzsbKlatdLHBAAAqMTatWunOXPm6KWXXtLcuXPVqFEjPf3007rzzjudY4YOHaq8vDxNmDBBmZmZ6tChg9544w1VqVJFkhQSEqKPP/5Ys2fPVm5uriIiItS5c2eNGDFCwcHBbuVjT89WQMEFj14jUJGlpmV5OwUAAIpE0xYAAAAoha5du6pr165XPB4QEKDHH39cjz/+eJHHo6OjtXjxYo/kMnTdHuXk5HgkFlBZVA0Nlc1m83YaAAC4oGkLAAAAVBAbN25k/Tg/YhiG7Ha7oqKiqJsX2Ww2RUZGejsNAABc0LQFAAAAKoi4uDi3l1SA9xiGIYvFovj4eJq2AADAhcXbCQAAAAAAAAAAfkHTFgAAAAAAAAB8CE1bAAAAAAAAAPAhrGnrwwIVoM5n6mjT8QxZ6wZ4IGCgNGjQL9sAAAAAAAAAfA6dOx9WRVY9crKpNq3NUPAwD9wUXaWK9OabpY8DAAAAAAAAoMywPAIAAAAAAAAA+BDutPVhpkydDzCkoIvbpQ9oSrm5F7erVpUCPLDkAgAAAHzG3r17ZbVavZ0GiskwDNntdjkcDurmJTabTZGRkd5OAwCAy9C09WG5MvTn2D1SrHT+B4cHAuZK1atf3M7OlqpVK31MAACASmzevHn6+OOPdfToUYWEhCghIUFjxoxR8+bNnWOOHz+uF154Qbt27VJ+fr46d+6sZ555RjabzTnm2LFjmjFjhr766isVFBQoOjpajz/+uH73u9+5lU/Xrl2Vk5PjsesDKrqqoaFKPXSIxi0AwOfQtAUAAABKaMeOHXrwwQcVGxsrwzD00ksvaciQIXr//fdVtWpV5ebm6uGHH1ZMTIwWLVokSZo1a5aGDx+ulStXymK5uFrZ8OHD1aRJEy1atEghISFatGiRhg8frk8++UQRERHFzmd+n3hF1wwqk2sFKprUtCwNeHeX0tPTadoCAHwOTVsAAACghBYsWODyePr06erUqZMOHDigG2+8UV999ZVOnTqltWvXqvr/v+PphRde0I033qht27YpMTFRZ86c0bfffqvnn39eMTExkqTRo0dr+fLlOnLkiFtN2yhbdbW3hXruAgEAAOAVfBAZAAAA4CFZWVmSpJo1a0qS8vPzFRAQoODgYOeYKlWqyGKxaNeuXZKk2rVrq1mzZlq7dq1yc3NVWFiot99+W3Xq1FGbNm3K/yIAAADgddxpCwAAAHiAw+HQ1KlT1b59e0VFRUmS4uPjFRoaqpkzZ+rJJ5+UaZpKTk6WYRhKS0uTJAUEBOjNN9/UiBEj1L59e1ksFoWHh+uNN95wNn8BlB3DMGQYhlvjf/03fB8180/UzT9Rt2sr7mtD0xYAAADwgEmTJunIkSNavny5c194eLhmzZqlZ599VkuWLJHFYlHv3r3Vpk0bBQQESJJM09SkSZNUp04dLVu2TCEhIXrnnXc0fPhwrVq1SnXr1vXWJQGVgt1ud64v7Y6UlJQyyAZliZr5J+rmn6hb6dG0BQAAAEpp8uTJ+vzzz7V06VLVq1fP5VhSUpI2bNigM2fOKDAwUDVq1NDNN9+sO+64Q5K0bds2ff7559q5c6dz3ds2bdpoy5YtWrt2rYYNG1bu1wNUJlFRUYqPjy/2eMMwlJKSotjYWFmt1rJLDB5DzfwTdfNP1O3aLr1G10LT1odZFaCbztbSjlNnZantiYBW6Z57ftkGAABAqZimqSlTpuiTTz7RkiVL1Lhx4yuODQ8PlyRt3bpVGRkZ6tatmyQpLy9Pkpx33l4SEBAgh8NRRpkDuMRqtZaosVDS8+A91Mw/UTf/RN1Kj6atDwuRVY8db6EBa3apyjAP/EMPCZHeeaf0cQAAACDp4pII69at07/+9S9Vq1bNuU5tWFiYQkJCJEmrV69WixYtFB4ert27d2vq1KkaPHiwmjdvLuniurc1atTQuHHjNHLkSFWpUkUrV67UqVOndOutt3rr0gAAAOBFNG0BAACAElqxYoUk6aGHHnLZP23aNN19992SpGPHjumll17SuXPn1LBhQw0fPlyDBw92jr30oWMvv/yyBg0apIKCArVs2VJz585VTEyMW/nY07MVUHChdBcFVBKpaVneTgEAgCuiaQsAAACU0OHDh685ZsyYMRozZsxVx8TGxmrBggWlzmfouj3KyckpdRygsqgaGiqbzebtNAAAuAxNWx+Wo0INaLdLaifl/WB4IGCO9P8fbqHsbKlatdLHBAAAgM/YuHEj68f5EcMwZLfbFRUVRd28xGazKTIy0ttpAABwGZq2AAAAQAURFxen4OBgb6eBYjIMQxaLRfHx8TRtAQCAC4u3EwAAAAAAAAAA/IKmLQAAAAAAAAD4EJq2AAAAAAAAAOBDaNoCAAAAAAAAgA+haQsAAAAAAAAAPiTQ2wngyqwKUFxmDe39MVOW6p4IaJXuuOOXbQAAAAAAAAA+h6atDwuRVU9921ID1uxSlWEeaLKGhEjvv1/6OAAAAPBJe/fulZVfzvsNwzBkt9vlcDioWxmy2WyKjIz0dhoAALiFpi0AAABQQXTt2lU5OTneTgPwKVVDQ5V66BCNWwCAX6FpCwAAAJTCzp07tWDBAu3fv19paWmaO3euunfv7jweHR1d5HlPPfWU/vznP2v79u0aOHBgkWPeeecdtWvXrti5zO8Tr+iaQe5dAFCBpaZlacC7u5Senk7TFgDgV2ja+rAcFWpI291SjJSXYXggYI5Ut+7F7dOnpWrVSh8TAACgksvNzVV0dLT69++vv/zlL5cd37x5s8vj//73v/rHP/6hXr16SZISEhIuGzNr1ixt3bpVsbGxbuUSZauu9rZQN68AAAAAvoamrY+7YHFIwe6fl5qaetk+S16e4nNzJUl79uyRIzSU9Z0AAABKqUuXLurSpcsVj0dERLg8/vTTT9WxY0c1btxYkhQcHOwypqCgQJ9++qkGDBiggICAskkaAAAAPo2mbQXzQ/Z5WQKkAQMGXHasqqRLK5zdnJSkXLG+EwAAQHlKT0/Xf/7zH02fPv2KYz777DOdPXtW/fv3L8fMgIrNMAwZhgfevfj/sX79N3wfNfNP1M0/UbdrK+5rQ9O2gjl7vkAOU1rar4NaRYS5HLMUGNLCTZKkL/7UWQfO5rK+EwAAQDl69913Va1aNfXs2fOKY1atWqWkpCTVq1evHDMDKja73S6LxeLRmCkpKR6Nh7JHzfwTdfNP1K30aNpWUK0iwtS+fi3XnfmFzs34ejXlCLKWb1IAAACV3OrVq9W3b19VqVKlyOM//vijNm/erJdffrl8EwMquKioKMXHx3sklmEYSklJUWxsrKxWfqbyB9TMP1E3/0Tdru3Sa3QtNG0BAACAcvDll1/q2LFjV23Irl69WrVq1VK3bt3KLzGgErBarR5vHpRFTJQtauafqJt/om6l59n3hwAAAAAo0qpVq9SmTRvFxMQUedw0Ta1Zs0Z33XWXgoKCyjk7AAAA+BKfvtN29uzZmjNnjsu+Zs2aaf369ZKkCxcuaPr06frggw+Un5+vpKQkTZw4UTabzRvpepxFAYrJrq5D6dkKCPZAwIAAqUmdX7YBAABQajk5OTp+/Ljz8cmTJ5WamqqaNWuqQYMGkqTs7GytX79eY8eOvWKcbdu26eTJk7rnnntKnIs9PVsBBRdKfD5Q0aSmZXk7BQAASsSnm7aS1LJlSy1cuND5+Ne3Vk+dOlX/+c9/9PLLLyssLExTpkzRX/7yF7311lveSNXjQmXV+KPRGrBml0KGeeCW8iCrNLhz6eMAAADAaf/+/Ro4cKDz8bRp0yRJ/fr10/Tp0yVJ77//vkzTVJ8+fa4YZ9WqVUpISFCLFi1KnMvQdXuUk5NT4vOBiqhqaGiFubEHAFB5+HzT1mq1KiIi4rL9WVlZWr16tV588UV16tRJ0sUm7h133KE9e/Z4bJF5AAAA4Go6duyow4cPX3XMfffdp/vuu++qY5KTk0udy8aNG1k/zo8YhiG73a6oqCjqVoZsNpsiIyO9nQYAAG7x+abtd999p6SkJFWpUkXx8fEaPXq0GjRooP3796ugoECJiYnOsS1atFCDBg1o2gIAAKBSiouLU3CwJ9bVQnkwDEMWi0Xx8fE0bQEAgAufbtq2a9dO06ZNU7NmzZSWlqa5c+fqwQcf1Hvvvaf09HQFBQWpRo0aLufUqVNHaWlpJXo+wzA8kfYV4/7272vJUaEebb1XaiHlZXogt/xCadbHF7cf7+mSX1ldu79wtzbwDurk+6iRf6BOvo8aFY3XAwAAAJWFTzdtu3Tp4tyOiYlRXFycunbtqg8//FAhISEef76UlBSPxywqvt1uL/Y5WYGFF6uU6aEkcvMv22W322WxWDz0BP6trP8NwDOok++jRv6BOvk+agQAAABUTj7dtP2tGjVqqGnTpjp+/LgSExNVUFCgzMxMl7ttMzIyilwDtzhiY2PL5G1JhmEoJSXFGd/hcHj8OUojKiqq0i8n8dsawTdRJ99HjfwDdfJ91Khol14XAAAAoKLzq6ZtTk6OTpw4oYiICLVt21ZBQUHaunWrevXqJUk6evSovv/++xI3IK1Wa5n+YHQpvq/98OWLOXkLr4V/oE6+jxr5B+rk+6gRAAAAUDn5dNP2hRdeUNeuXdWgQQOdPn1as2fPlsViUZ8+fRQWFqb+/ftr+vTpqlmzpqpXr67nnntOCQkJlf6uUQAAAAAAAAD+y6ebtj/++KOefPJJnT17VuHh4erQoYNWrlyp8PBwSdLTTz8ti8Wixx57TPn5+UpKStLEiRO9nDUAAAAAAAAAlJxPN23/+c9/XvV4lSpVNHHiRBq1AAAAgKS9e/eypIYfMQxDdrtdDoeDunmAzWZTZGSkt9MAAMAjfLppW9lZFKBmuVV17OdcBQR4IGBAgNSg1i/bAAAAqFC6du2qnJwcb6cBeEXV0FClHjpE4xYAUCHQtPVhobJqytetNGDNLoUM88Bv3oOs0tBbSx8HAAAAkqTly5drxYoVOnXqlCSpZcuWGjFihLp06SJJevvtt7Vu3TodOHBAOTk52rlzp2rUqOES49ixY5oxY4a++uorFRQUKDo6Wo8//rh+97vfuZ3P/D7xiq4ZVPoLA/xMalqWBry7S+np6TRtAQAVAk1bAAAAoITq1aunMWPGqEmTJjJNU2vXrtXIkSP17rvvqmXLlsrLy1Pnzp3VuXNnJScnFxlj+PDhatKkiRYtWqSQkBAtWrRIw4cP1yeffKKIiAi38omyVVd7W6gnLg0AAABeRNMWAAAAKKFu3bq5PH7iiSe0YsUK7dmzRy1bttTgwYMlSdu3by/y/DNnzujbb7/V888/r5iYGEnS6NGjtXz5ch05csTtpi0AAAAqBpq2PixXhRoVkyKNkvLyjNIHLCiU5n56cXvkbaWPBwAAACfDMLR+/Xrl5uYqISGhWOfUrl1bzZo109q1a9W6dWsFBwfr7bffVp06ddSmTZsyzhioeAzDkGF44GenazzHr/+G76Nm/om6+Sfqdm3FfW1o2vowU1J6cL4ULCnPQwHP5f2yDQAAgFI7fPiw7r//fl24cEFVq1bV3Llzdf311xfr3ICAAL355psaMWKE2rdvL4vFovDwcL3xxhuqWbNmGWcOVDx2u10Wi6VcnislJaVcngeeQ838E3XzT9St9GjaAgAAAKVw6U7ZrKwsffTRRxo7dqyWLl1arMataZqaNGmS6tSpo2XLlikkJETvvPOOhg8frlWrVqlu3brlcAVAxREVFaX4+PgyfQ7DMJSSkqLY2FhZrR74wGiUOWrmn6ibf6Ju13bpNboWmrYAAABAKQQHB6tJkyaSpLZt2yolJUWLFy/W5MmTr3nutm3b9Pnnn2vnzp2qXr26JKlNmzbasmWL1q5dq2HDhpVp7kBFY7Vay61JUJ7PBc+gZv6Juvkn6lZ65fO+EQAAAKCScDgcys/PL9bYvLyLS1cFBAS47A8ICJDD4fB4bgAAAPAP3GkLAAAAlFBycrJuueUW1a9fXzk5OVq3bp127NihBQsWSJLS0tKUnp6u48ePS7q43ma1atVUv3591apVS/Hx8apRo4bGjRunkSNHqkqVKlq5cqVOnTqlW2+91e187OnZCii44MlLBPxCalqWt1MAAMCjaNoCAAAAJZSRkaGxY8fq9OnTCgsLU3R0tBYsWKCbb75ZkvTWW29pzpw5zvEPPvigJGnatGm6++67nR869vLLL2vQoEEqKChQy5YtNXfuXMXExLidz9B1e5STk+OZiwP8TNXQUNlsNm+nAQCAR9C09WEBkhqeD9GpzPOeCxgR9sv2/0tNTS3W6TabTZGRkZ7JBQAAoAKYOnXqVY//9a9/1V//+terjomNjXXemVtaGzduZP04P2IYhux2u6KioqibB/DzCgCgIqFp68OqKlAv2NtowJpdCh3mgUlcUKA04jbnwx+yz8sSIA0YMKB4+YSGKvXQISZCAAAAPiouLk7BwcHeTgPFZBiGLBaL4uPjadoCAAAXNG0rsbPnC+QwpaX9OqjVpTtwryA1LUsD3t2l9PR0mrYAAAAAAABAGaJpC7WKCFP7+rW8nQYAAAAAAAAA0bT1abkq1NioA9IIKc8wSh+woFCa/5+L20O7lD4eAAAAAAAAAI+jaevDTEmnQs5LIZJ+8FDAtKxftgEAAAAAAAD4HIu3EwAAAAAAAAAA/IKmLQAAAAAAAAD4EJZHAAAAACqIvXv3ymq1ejsNFJNhGLLb7XI4HNStBGw2myIjI72dBgAAZYKmLQAAAFBBdO3aVTk5Od5OAygXVUNDlXroEI1bAECFRNMWAAAAKKF58+bp448/1tGjRxUSEqKEhASNGTNGzZs3d46ZMGGCtmzZotOnT6tq1arOMS1atJAkHTp0SK+//rp27dqln3/+WQ0bNtT999+vQYMGuZ3P/D7xiq4Z5LHrA3xValqWBry7S+np6TRtAQAVEk1bHxYgyZYfrPTcfM8FrBn6yzYAAABKZceOHXrwwQcVGxsrwzD00ksvaciQIXr//fdVtWpVSVKbNm3Ut29f1a9fX+fOndPs2bM1ZMgQffrpp7Jardq/f7/Cw8M1c+ZM1a9fX1999ZUmTJggq9WqAQMGuJVPlK262ttCy+JSAQAAUI5o2vqwqgrUy4diNWDNLoUO88AaV0GB0qhepY8DAAAASdKCBQtcHk+fPl2dOnXSgQMHdOONN0qS7rvvPufxRo0aadSoUfrDH/6gU6dOKTIyUvfcc49LjMaNG2vPnj36+OOP3W7aAgAAoGKgaQsAAAB4SFZWliSpZs2aRR7Pzc3VmjVr1KhRI9WrV++qcWrVqlUWKQIVimEYMgyj3J/z13/D91Ez/0Td/BN1u7bivjY0bQEAAAAPcDgcmjp1qtq3b6+oqCiXY8uWLdOLL76o3NxcNWvWTAsXLlRwcHCRcb766it9+OGHmjdvXnmkDfg1u90ui8XiledOSUnxyvOi5KiZf6Ju/om6lR5NWx+WJ0PPXJ8qDZXOywO/oSgwpDc3Xdwe3Ln08QAAAOA0adIkHTlyRMuXL7/s2J133qmbb75ZaWlpWrBggUaNGqUVK1aoSpUqLuPsdrtGjBihkSNHKikpqbxSB/xWVFSU4uPjy/U5DcNQSkqKYmNjZbV6YBk7lDlq5p+om3+ibtd26TW6Fpq2PswhU8eq5kpVJfMHDwQ0Ten7s79sAwAAwCMmT56szz//XEuXLi1y2YOwsDCFhYWpadOmiouL00033aRPPvlEffr0cY75+uuvNXjwYN13330aMWJEeaYP+C2r1eq1poA3nxslQ838E3XzT9St9GjaAgAAACVkmqamTJmiTz75REuWLFHjxo2LfV5+fr7z8ZEjRzRo0CDdddddeuKJJ8oqXQAAAPgJmrYAAABACU2aNEnr1q3Tv/71L1WrVk1paWmSLt5ZGxISohMnTuiDDz7QzTffrPDwcP344496/fXXFRISoi5duki6uCTCoEGDlJSUpD/96U/OGFarVeHh4V67NgAAAHgPTVu4JTU1tVjjbDabIiMjyzgbAAAA71qxYoUk6aGHHnLZP23aNN19990KDg7Wl19+qUWLFikzM1N16tTRDTfcoBUrVqhOnTqSpI8++khnzpzRv//9b/373/92xmjYsKE+++wzt/Kxp2croOBCKa8K8H2paVneTgEAgDJF0xbF8kP2eVkCpAEDBhRrfNXQUKUeOkTjFgAAVGiHDx++6vHrrrtO8+fPv+qYv/71r/rrX//qkXyGrtujnJwcj8QCfF3V0FDZbDZvpwEAQJmgaYtiOXu+QA5TWtqvg1pFhF11bGpalga8u0vp6ek0bQEAAMrRxo0b+dAPP2IYhux2u6KioqhbCfDuPgBARUbT1seFFQYq60Kh5wJWDS7V6a0iwtS+fi3P5AIAAACPiouLU3Bw6eZ7KD+GYchisSg+Pp6mLQAAcGHxdgK4smoK1KsH46SZUqjpgUlccKD01B0X/wTTrwcAAAAAAAB8EU1bAAAAAAAAAPAhNG0BAAAAAAAAwIfwHnkflidDzzU/LA2WzssofcACQ1q25eL2g4mlj3cNqampxR7rzocIHD9+XOnp6R6PCwAAAAAAAPgCmrY+zCFTh6pnS9Ul8wcPBDRN6buMX7bLyA/Z52UJkAYMGFDsc6qGhir10KFrNliPHz+uVjExys3L82hcAAAAAAAAwFfQtIXHnT1fIIcpLe3XQa0iwq45PjUtSwPe3aX09PRrNlfT09OVm5dXrNjuxAUAAAAAAAB8BU1blJlWEWFqX7+W38UGAADwV3v37pXVavV2GigmwzBkt9vlcDio2zWw7BkAoLKhaQufUZw1cN1ZJxcAAKC8vf7660pOTtbAgQP1j3/8Q5KUlpamGTNmaMuWLcrJyVGzZs00fPhw9erVy3ne2bNnNWXKFG3cuFEWi0U9e/bUP/7xD1WrVs2t5+/atatycnI8ek2AL2DZMwBAZUPTFl5XkjVwAQAAfM2+ffv01ltvKTo62mX/2LFjlZmZqVdffVW1a9fWe++9p1GjRmn16tVq3bq1JGnMmDFKS0vTwoULVVBQoKeffloTJkxQcnKyWznM7xOv6JpBHrsmwBew7BkAoDKiaQuvc2cN3A+O/KRnNnK3LQAA8C05OTl66qmn9Nxzz+nVV191ObZ7925NnDhR7dq1kySNGDFCixYt0oEDB9S6dWt988032rRpk1atWqXY2FhJ0vjx4zVs2DD97W9/03XXXVfsPKJs1dXeFuq5CwMAAIBX0LT1cVUcFl0odHguYJDvrpVVnHVqU9Oz3I5bnCUVLq0nFh4ermbNmrn9HAAAoHKbPHmyunTposTExMuatgkJCfrwww916623qkaNGvrwww914cIF3XTTTZIuNnVr1KjhbNhKUmJioiwWi/bt26cePXqU67UAAADA+2ja+rBqCtSC/QkasGaXQod5oNkaHCg93bf0cfxESZZdqBoaotRDh3nbFQAAKLb3339fBw8e1KpVq4o8/vLLL+uJJ55Qx44dFRgYqJCQEM2ZM0dNmjSRJKWnpys8PNzlnMDAQNWsWVNpaWllnj/gLwzDkGEY3k7DmYMv5ILioWb+ibr5J+p2bcV9bWjaosJyZ9kFibWyAACA+3744Qc9//zz+t///V9VqVKlyDGzZs1SZmam3nzzTdWuXVsbNmzQqFGjtGzZssvWvwVwZXa7XRaLxdtpOKWkpHg7BbiJmvkn6uafqFvp0bRFhVecZRd+rTjLKUiSzWajuQsAQCV34MABZWRk6O6773buMwxDO3fu1LJly7R+/XotXbpU69atU8uWLSVJMTEx+vLLL7Vs2TJNnjxZNptNZ86ccYlbWFioc+fOKSIiolyvB/BlUVFRio+P93YaMgxDKSkpio2NldXqu8vP4RfUzD9RN/9E3a7t0mt0LTRtfdh5GZrZ9Ij0P9IFeeC28kJDWrnj4va9N5U+XgXj7nIKVUNDlXroEI1bAAAqsd/97nd67733XPb9/e9/V/PmzTV06FDl5eVJ0mV3B1qtVpmmKenimreZmZnav3+/2rZtK0natm2bHA6H88PLAFz8uvGlBoCv5YNro2b+ibr5J+pWejRtfZghU3trZEo1JMcPHgjoMKUjP/2yDRfuLKdwaSmFTZs2qVWrVteMzV25AABUTNWrV1dUVJTLvqpVq6pWrVqKiopSQUGBmjRpogkTJmjs2LGqVauWNmzYoC+++ELz5s2TJLVo0UKdO3fWM888o0mTJqmgoEBTpkxR7969dd1113njsgAAAOBlNG2B3yjOcgru3pUbUqWKVq1erfr16xdrvDtN3uPHjys9Pd3jccuSP+YMAEBJBAUF6fXXX1dycrKGDx+u3NxcRUZGavr06erSpYtz3IsvvqgpU6Zo0KBBslgs6tmzp8aPH+/289nTsxVQcMGTlwB4XWpalrdTAACg3FWYpu2yZcu0YMECpaWlKSYmRs888wxvJ0OZceeu3E3fZejJj1PUp0+fYscv7tILx48fV6uYGOX+/1svPRX3UuziNlal4jdXyzJnAAB8wZIlS1weN23aVLNnz77qObVq1VJycnKpn3vouj3KyckpdRzA11QNDZXNZvN2GgAAlJsK0bT94IMPNG3aNE2aNElxcXFatGiRhgwZovXr16tOnTreTg8VWHHuyk1Nzyp2g1dyb+mF1NRU5eblubWkQ3p6usebwVLx7yYuq5x/nbu/3cXrjzkDAHzTxo0bWT/OjxiGIbvdrqioKOp2DcyBAACVTYVo2i5cuFD33nuv+vfvL0maNGmSPv/8c61evVrDhg3zcnbARcVp8EruL73gTuziSk9PL3ZjVSrZ3cTu5Jyamirplx9sHA5HkT/Y/PDDD/rjPfco7/z5YsV1Z9kKd39QKG4jtixzlvgBxxeV1V3sZY1fLpScP752/pgzLoqLi1NwcLC300AxGYYhi8Wi+Ph4mrYAAMCF3zdt8/PzdeDAAT3yyCPOfRaLRYmJidq9e7cXMwNKxp2lFz448pOe2ZhaZrkUt7Hqzt3E7uRckga2VDbLVri7tIS7dyp7e6kNlI+S/NvwhRqyrEnJlfS1a9iwYRlndmXUGwAAAPA+v2/a/vzzzzIM47JlEOrUqaOjR48WK4ZpmpIuNoDL4jfchmG4xDcMQ9WqVdPhcwUyg678A9H5AEPV6lWTJNkzCxQSeO0fnk7kOq4Y21JgqF21i/H2ZZy/6lh34pZmbFnG9vc8LMEhMoOqXHVsYJWQYse2nytQtWrVlJqa6vw3ecWxdrtP5Jxy5oJCq1bTU52uV+OaodfMY+f3P2vJvpPFyiMvILDYsU+cy9PMrV9r06ZNl31CeFHsdrsCLBY92z3umrHLKueS5G2xWORwOK457mpjHQ6Hjh49qsLCQlksFrfjeiqP0o4tq9ju/NuQyq6GDodDx44dc6mTp/L2xr+78o7tztiSvnbXX3/9ZV9LpcnDnfElyfmnn35SvXr1ip1LSV36/+vS3A2/uPSaGIZxzf/n4Tsu1Yqa+Rfq5n+omX+ibv6Jul1bcee0Aaafz3p/+ukn3XLLLXrrrbeUkJDg3D9jxgzt3LlT77zzzjVj5OfnKyUlpSzTBAAAgIfExsayBMBvMJ8FAADwL9ea0/r9nba1a9eW1WpVRkaGy/6MjIxif7poYGCgYmNjZbFYFBAQUBZpAgAAoJRM05TD4VBgoN9PYT2O+SwAAIB/KO6c1u9nvMHBwWrTpo22bt2q7t27S7r4ts+tW7cWex1Mi8XC3RoAAADwW8xnAQAAKha/b9pK0p/+9CeNHTtWbdu2Vbt27bRo0SLl5eXp7rvv9nZqAAAAAAAAAOCWCtG0veOOO3TmzBm98sorSktLU6tWrfTGG28Ue3kEAAAAAAAAAPAVfv9BZAAAAAAAAABQkVi8nQAAAAAAAAAA4Bc0bQEAAAAAAADAh9C0BQAAAAAAAAAfQtMWAAAAAAAAAHwITdsytmzZMnXr1k2xsbH64x//qH379nk7pUpj9uzZio6Odvnz+9//3nn8woULmjRpkjp27KiEhAT99a9/VXp6ukuM77//XsOGDVNcXJw6deqkF154QYWFheV9KRXKzp07NXz4cCUlJSk6OlobNmxwOW6apmbNmqWkpCS1a9dOgwcP1rfffusy5uzZsxo9erTat2+vG264QU8//bRycnJcxhw6dEj/8z//o9jYWHXp0kXz588v60urMK5Vo3Hjxl32tTVkyBCXMdSobM2bN0/9+/dXQkKCOnXqpBEjRujo0aMuYzz1PW779u3q16+f2rZtqx49emjNmjVlfn0VRXHq9NBDD1329TRhwgSXMdQJxcGc03cwB/UPzEn9D3NU/8S81f8wh/UhJsrM+++/b7Zp08ZctWqVeeTIEXP8+PHmDTfcYKanp3s7tUrhlVdeMXv37m2ePn3a+ScjI8N5fMKECWaXLl3MLVu2mCkpKea9995r3nfffc7jhYWFZp8+fczBgwebBw8eND///HOzY8eOZnJysjcup8L4/PPPzZdeesn8+OOPzaioKPOTTz5xOT5v3jyzQ4cO5ieffGKmpqaaw4cPN7t162aeP3/eOWbIkCHmnXfeae7Zs8fcuXOn2aNHD/PJJ590Hs/KyjITExPN0aNHm3a73Vy3bp3Zrl0786233iq36/Rn16rR2LFjzSFDhrh8bZ09e9ZlDDUqWw8//LC5evVq0263m6mpqebQoUPNW2+91czJyXGO8cT3uOPHj5txcXHmtGnTzK+//tpcsmSJ2apVK/O///1vuV6vvypOnQYMGGCOHz/e5espKyvLeZw6oTiYc/oW5qD+gTmp/2GO6p+Yt/of5rC+g6ZtGbrnnnvMSZMmOR8bhmEmJSWZ8+bN82JWlccrr7xi3nnnnUUey8zMNNu0aWN++OGHzn1ff/21GRUVZe7evds0zYuTgpiYGDMtLc05Zvny5Wb79u3NCxculGnulcVvJ1sOh8O8+eabzTfeeMO5LzMz02zbtq25bt060zR/qdO+ffucY/7zn/+Y0dHR5o8//miapmkuW7bMvPHGG13qNHPmTLNXr15lfUkVzpUmxI8++ugVz6FG5S8jI8OMiooyd+zYYZqm577HzZgxw+zdu7fLc40aNcp8+OGHy/iKKqbf1sk0L054n3vuuSueQ51QHMw5fQtzUP/DnNT/MEf1X8xb/Q9zWO9heYQykp+frwMHDigxMdG5z2KxKDExUbt37/ZiZpXLd999p6SkJN12220aPXq0vv/+e0nS/v37VVBQ4FKfFi1aqEGDBtqzZ48kac+ePYqKipLNZnOOSUpKUnZ2tr7++utyvY7K4uTJk0pLS3OpS1hYmOLi4pxfN7t371aNGjUUGxvrHJOYmCiLxeJ8K+iePXt0ww03KDg42DkmKSlJx44d07lz58rpaiq2HTt2qFOnTurVq5cmTpyon3/+2XmMGpW/rKwsSVLNmjUlee573J49e9SpUyeX50pKSnLGgHt+W6dL3nvvPXXs2FF9+vRRcnKy8vLynMeoE66FOadvYg7q35iT+i/mqL6Peav/YQ7rPYHeTqCi+vnnn2UYhurUqeOyv06dOpetBYKy0a5dO02bNk3NmjVTWlqa5s6dqwcffFDvvfee0tPTFRQUpBo1aricU6dOHaWlpUmS0tPTXb7BSHI+vjQGnnXpdS3q6+bSmkbp6ekKDw93OR4YGKiaNWu61K5Ro0YuYy7VLj09/bL/bOCezp07q0ePHmrUqJFOnDihl156SUOHDtXbb78tq9VKjcqZw+HQ1KlT1b59e0VFRUmSx77HXWlMdna2zp8/r5CQkDK5poqoqDpJUp8+fdSgQQPVrVtXhw8f1osvvqhjx45pzpw5kqgTro05p+9hDur/mJP6J+aovo95q/9hDutdNG1RYXXp0sW5HRMTo7i4OHXt2lUffvghX/xAKfTu3du5fWnR+e7duzvvbED5mjRpko4cOaLly5d7OxVcxZXqdN999zm3o6OjFRERocGDB+v48eOKjIws7zQBeABzUMA7mKP6Puat/oc5rHexPEIZqV27tqxWqzIyMlz2Z2RkXPabBJSPGjVqqGnTpjp+/LhsNpsKCgqUmZnpMiYjI0MRERGSLv6G57efWHnp8aUx8KxLr+vVvm5sNpvOnDnjcrywsFDnzp0rVu34+vO8xo0bq3bt2vruu+8kUaPyNHnyZH3++edatGiR6tWr59zvqe9xVxpTvXp1Gg9uuFKdihIXFydJLl9P1AlXw5zT9zEH9T/MSSsG5qi+hXmr/2EO6300bctIcHCw2rRpo61btzr3ORwObd26VQkJCV7MrPLKycnRiRMnFBERobZt2yooKMilPkePHtX333+v+Ph4SVJ8fLzsdrvLZG3Lli2qXr26rr/++vJOv1Jo1KiRIiIiXOqSnZ2tvXv3Or9uEhISlJmZqf379zvHbNu2TQ6HQ+3atZN0sXZffvmlCgoKnGO2bNmiZs2a8ZamMvDjjz/q7Nmzzv98qVHZM01TkydP1ieffKJFixapcePGLsc99T0uPj5e27Ztc4m9ZcsWZwxc3bXqVJTU1FRJv0xmqROuhTmn72MO6n+Yk1YMzFF9A/NW/8Mc1od493PQKrb333/fbNu2rblmzRrz66+/Np955hnzhhtucPn0PJSd6dOnm9u3bzdPnDhh7tq1yxw8eLDZsWNHMyMjwzRN05wwYYJ56623mlu3bjVTUlLM++67z7zvvvuc5xcWFpp9+vQxH374YTM1NdX873//a/7ud78zk5OTvXVJFUJ2drZ58OBB8+DBg2ZUVJS5cOFC8+DBg+apU6dM0zTNefPmmTfccIO5YcMG89ChQ+ajjz5qduvWzTx//rwzxpAhQ8y77rrL3Lt3r/nll1+aPXv2NJ988knn8czMTDMxMdF86qmnTLvdbr7//vtmXFyc+dZbb5X79fqjq9UoOzvbnD59url7927zxIkT5pYtW8x+/fqZPXv2dPmUXWpUtiZOnGh26NDB3L59u3n69Gnnn7y8POcYT3yPO378uBkXF2e+8MIL5tdff20uXbrUbNWqlfnf//63XK/XX12rTt999505Z84cMyUlxTxx4oS5YcMG87bbbjMffPBBZwzqhOJgzulbmIP6B+ak/oc5qn9i3up/mMP6jgDTNE1vN44rsqVLl2rBggVKS0tTq1atNH78eOdt4yhbTzzxhHbu3KmzZ88qPDxcHTp00BNPPOFcX+XChQuaPn263n//feXn5yspKUkTJ050edvZqVOn9Oyzz2rHjh0KDQ1Vv379NHr0aAUGshx0SW3fvl0DBw68bH+/fv00ffp0maapV155RStXrlRmZqY6dOigiRMnqlmzZs6xZ8+e1ZQpU/TZZ5/JYrGoZ8+eGj9+vKpVq+Ycc+jQIU2ePFkpKSmqXbu2BgwYoGHDhpXLNfq7q9Xo2Wef1ciRI3Xw4EFlZWWpbt26uvnmm/X444+7vGWMGpWt6OjoIvdPmzZNd999tyTPfY/bvn27pk2bpq+//lr16tXTiBEjnM+Bq7tWnX744Qc99dRTOnLkiHJzc1W/fn11795dI0aMUPXq1Z3jqROKgzmn72AO6h+Yk/of5qj+iXmr/2EO6zto2gIAAAAAAACAD2FNWwAAAAAAAADwITRtAQAAAAAAAMCH0LQFAAAAAAAAAB9C0xYAAAAAAAAAfAhNWwAAAAAAAADwITRtAQAAAAAAAMCH0LQFAAAAAAAAAB9C0xYAAAAAAAAAfAhNWwAoIydPnlR0dLRSU1O9nYrTN998o3vvvVexsbH6wx/+UO7Pv337dkVHRyszM7PcnxsAAADuY057Oea0AMoDTVsAFda4ceMUHR2t119/3WX/hg0bFB0d7aWsvGv27NkKDQ3V+vXr9eabbxY55tLrFh0drTZt2qhbt26aMWOGLly44NZzPfTQQ3r++edd9iUkJGjz5s0KCwsr6SUAAABUKsxpL8ecFkBlQNMWQIVWpUoVzZ8/X+fOnfN2Kh6Tn59f4nOPHz+uDh06qGHDhqpdu/YVx3Xu3FmbN2/Whg0b9PTTT+vtt9/WK6+8UuLnvSQ4OFgREREKCAgodSwAAIDKgjmtK+a0ACoDmrYAKrTExETZbDbNmzfvimNmz5592duq3nzzTXXr1s35eNy4cRoxYoRee+01JSYm6oYbbtCcOXNUWFioF154QTfddJNuueUWrV69+rL4R48e1f3336/Y2Fj16dNHO3bscDlut9v15z//WQkJCUpMTNRTTz2lM2fOOI8/9NBDmjx5sp5//nl17NhRQ4YMKfI6HA6H5syZo1tuuUVt27bVH/7wB/33v/91Ho+OjtaBAwc0d+5cRUdHa/bs2Vd8TS5NROvXr6/u3bsrMTFRW7ZscR7/+eef9eSTT6pz586Ki4tT3759tW7dOpfXa8eOHVq8eLHzDoeTJ09e9layNWvW6IYbbtCmTZt0++23KyEhQUOGDNHp06edsQoLC/Xcc8/phhtuUMeOHTVz5kyNHTtWI0aMcI5Zv369+vbtq3bt2qljx44aPHiwcnNzr3h9AAAA/oQ5LXNaAJUPTVsAFZrFYtGTTz6ppUuX6scffyxVrG3btun06dNaunSpxo0bp9mzZ+uRRx5RzZo1tXLlSt1///2aOHHiZc8zY8YM/elPf9LatWsVHx+v4cOH6+eff5YkZWZmatCgQWrdurVWrVqlN954QxkZGRo1apRLjHfffVdBQUFasWKFJk2aVGR+ixcv1sKFCzV27Fj9+9//VlJSkkaMGKFvv/1WkrR582a1bNlSDz/8sDZv3qyHH364WNdtt9u1e/duBQUFOffl5+erTZs2ev3117Vu3Trde++9+tvf/qZ9+/ZJkv7xj38oISFB9957rzZv3qzNmzerfv36RcY/f/68/vd//1czZszQ0qVL9cMPP+iFF15wHp8/f77ee+89TZs2TcuXL1d2drY2bNjgPH769GmNHj1a/fv31wcffKDFixerR48eMk2zWNcHAADg65jTMqcFUPnQtAVQ4fXo0UOtWrUq9VuhatWqpfHjx6t58+a655571KxZM50/f17Dhw9X06ZN9cgjjygoKEi7du1yOe/BBx9Ur1691KJFCz377LMKCwvTqlWrJElLly5V69at9eSTT6pFixZq3bq1pk6dqu3bt+vYsWPOGE2bNtXf/vY3NW/eXM2bNy8yvwULFmjo0KHq3bu3mjdvrqeeekoxMTFatGiRJCkiIkJWq1VVq1ZVRESEqlWrdsVr/fzzz5WQkKDY2Fj17dtXGRkZLndDXHfddRoyZIhatWqlxo0b66GHHlLnzp314YcfSpLCwsIUFBSkkJAQRUREOJ+7KAUFBZo0aZJiY2PVpk0bPfjgg9q2bZvz+NKlSzVs2DD16NFDLVq00IQJE1SjRg3n8bS0NBUWFqpHjx5q1KiRoqOj9eCDD171+gAAAPwNc1rmtAAql0BvJwAA5WHMmDEaNGjQFd+GVRzXX3+9LJZfftdls9nUsmVL52Or1apatWopIyPD5byEhATndmBgoNq2baujR49Kkg4dOqTt27e7jLnk+PHjatasmSSpTZs2V80tOztbp0+fVvv27V32t2/fXocOHSrmFf6iY8eOevbZZ5WXl6c333xTVqtVvXr1ch43DEOvvfaa1q9fr59++kkFBQXKz89XSEiI288VGhqqyMhI5+O6des6X8OsrCylp6erXbt2zuNWq1Vt2rSRw+GQJMXExKhTp07q27evkpKSlJSUpF69eqlmzZpu5wIAAODLmNO6hzktAH9G0xZApXDjjTcqKSlJycnJuvvuu12OBQQEXPa2o8LCwstiBAa6fssMCAgoct+liVdx5ObmqmvXrhozZsxlxyIiIpzboaGhxY7pCaGhoWrSpIkkaerUqfrDH/6gd955R3/84x8lXbwDYvHixXr66acVHR2t0NBQTZ06VQUFBW4/V1GvoTtvA7NarVq4cKG++uorffHFF1qyZIn++c9/auXKlWrcuLHb+QAAAPgq5rTuYU4LwJ+xPAKASmP06NHauHGjdu/e7bI/PDxc6enpLpOq1NRUjz3vnj17nNuFhYU6cOCA8+1gbdq00ZEjR9SwYUM1adLE5U/VqlWL/RzVq1dX3bp19dVXX7ns/+qrr3T99deXKn+LxaJHHnlEs2bN0vnz551xb7vtNv3hD39QTEyMGjdu7Fxn7JKgoCC3JvtFCQsLk81mU0pKinOfYRg6ePCgy7iAgAB16NBBjz32mNauXaugoCCXNcIAAAAqCua0JcOcFoC/oWkLoNKIjo5W3759tWTJEpf9HTt21JkzZzR//nwdP35cy5Yt06ZNmzz2vMuXL9cnn3yib775RpMnT9a5c+fUv39/SdL//M//6Ny5c3ryySe1b98+HT9+XJs2bdLf//53GYbh1vMMGTJE8+fP1wcffKCjR4/qxRdf1KFDhzRw4MBSX8Pvf/97WSwWLVu2TJLUpEkTbdmyRV999ZW++eYbTZgwQenp6S7nNGzYUHv37tXJkyd15syZEk92BwwYoHnz5mnDhg06evSonn/+eZ07d04BAQGSpL179+q1115TSkqKvv/+e3388cc6c+bMFddJAwAA8GfMaUuOOS0Af8LyCAAqlccee0wffPCBy74WLVpo4sSJmjdvnl599VX17NlTDz/8sFauXOmR5xw9erRef/11paamqkmTJnr11VcVHh4u6eKHH6xYsUIvvviihgwZovz8fDVo0ECdO3d2WWusOAYOHKjs7GxNnz5dZ86cUYsWLfSvf/1LTZs2LfU1BAYGasCAAXrjjTf0wAMP6NFHH9WJEyc0ZMgQhYaG6t5771X37t2VlZXlPOfhhx/WuHHj1Lt3b50/f16ffvppiZ576NChSk9P19ixY2W1WnXvvfcqKSnJ+SEQ1atX186dO7Vo0SJlZ2erQYMGGjdunLp06VLq6wYAAPBFzGlLhjktAH8SYLqzyAoAAF7mcDh0++236/bbb9eoUaO8nQ4AAADgNua0AK6FO20BAD7t1KlT+uKLL3TjjTcqPz9fy5Yt06lTp9S3b19vpwYAAAAUC3NaAO6iaQsA8GkWi0Vr1qzRCy+8INM0FRUVpYULF6pFixbeTg0AAAAoFua0ANzF8ggAAAAAAAAA4EPcWxEcAAAAAAAAAFCmaNoCAAAAAAAAgA+haQsAAAAAAAAAPoSmLQAAAAAAAAD4EJq2AAAAAAAAAOBDaNoCAAAAAAAAgA+haQsAAAAAAAAAPoSmLQAAAAAAAAD4EJq2AAAAAAAAAOBD/g/9B9Mty+cD5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783274" y="3982453"/>
            <a:ext cx="8144158" cy="228118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4373"/>
            <a:ext cx="8549640" cy="1293028"/>
          </a:xfrm>
        </p:spPr>
        <p:txBody>
          <a:bodyPr/>
          <a:lstStyle/>
          <a:p>
            <a:r>
              <a:rPr lang="en-US" dirty="0" smtClean="0"/>
              <a:t>EDA- GENRE DISTRIBUTION ANALYSIS</a:t>
            </a:r>
            <a:endParaRPr lang="en-US" dirty="0"/>
          </a:p>
        </p:txBody>
      </p:sp>
      <p:sp>
        <p:nvSpPr>
          <p:cNvPr id="3" name="Content Placeholder 2"/>
          <p:cNvSpPr>
            <a:spLocks noGrp="1"/>
          </p:cNvSpPr>
          <p:nvPr>
            <p:ph idx="1"/>
          </p:nvPr>
        </p:nvSpPr>
        <p:spPr/>
        <p:txBody>
          <a:bodyPr/>
          <a:lstStyle/>
          <a:p>
            <a:r>
              <a:rPr lang="en-US" dirty="0" smtClean="0"/>
              <a:t>Understand genre composition of our movie catalog.</a:t>
            </a:r>
            <a:endParaRPr lang="en-US" dirty="0"/>
          </a:p>
          <a:p>
            <a:r>
              <a:rPr lang="en-US" dirty="0" smtClean="0"/>
              <a:t>It reveals content diversity in our dataset </a:t>
            </a:r>
          </a:p>
          <a:p>
            <a:r>
              <a:rPr lang="en-US" dirty="0" smtClean="0"/>
              <a:t>Can inform content based filtering</a:t>
            </a:r>
            <a:endParaRPr lang="en-US" dirty="0"/>
          </a:p>
        </p:txBody>
      </p:sp>
      <p:sp>
        <p:nvSpPr>
          <p:cNvPr id="4" name="AutoShape 2" descr="data:image/png;base64,iVBORw0KGgoAAAANSUhEUgAABKUAAAJOCAYAAABm7rQwAAAAOnRFWHRTb2Z0d2FyZQBNYXRwbG90bGliIHZlcnNpb24zLjEwLjAsIGh0dHBzOi8vbWF0cGxvdGxpYi5vcmcvlHJYcgAAAAlwSFlzAAAPYQAAD2EBqD+naQAA0NNJREFUeJzs3Xd4FPX6/vE7BBAUBSWWA9ajEhBQQIpAAOlKJ4h0pCPSVFpQQBAp0kRBpYh0RQ5NEVCpKtI7SG8GBIENvYSE5Pn9wW/nm6VoFpNNdnm/rutcx8zO7jwPuzs7e+9nPhNkZiYAAAAAAADAh9KkdAEAAAAAAAC4/RBKAQAAAAAAwOcIpQAAAAAAAOBzhFIAAAAAAADwOUIpAAAAAAAA+ByhFAAAAAAAAHyOUAoAAAAAAAA+RygFAAAAAAAAnyOUAgAAAAAAgM8RSgEAgBsKDQ11/jdr1qyULifZHDhwQB06dFDRokWVK1cup+cdO3akdGnJ4nZ5XgEAQOqXNqULAAAgkKxevVqNGzd2/k6TJo3mzJmj0NBQZ9mFCxdUoEAB5+927dqpffv2Pq0TV126dEmtWrVSZGSk1/cdMWKERo4c6bEsIiJCTZs2vW7doUOHasyYMR7LBgwYoPDwcK+3i9QlJiZG8+fP15IlS7Rt2zadOnVKMTExypQpk7Jnz67cuXMrLCxML774ou64446ULhcAgFSFUAoAgGQUHx+v4cOH6/PPP0/pUnADW7du9Qikqlevrhw5cigoKEgPPvig1483depUvfbaa0qT5v8Go0dHR2v69OlJUm9S6Nq1q/PfefPmTcFK/N/69evVpUsX/fnnn9fddvr0aZ0+fVq///67pk+frmHDhqly5copUCUAAKkXoRQAAMlsyZIl2rx5s5577rmULsUvxcTESJLSp0+f5I995MgRj78HDBig4ODgW368Q4cOaenSpSpbtqyzbO7cuTp9+vQtP2ZSa968eUqXkOqdP39emTJl+tt11q1bp2bNmuny5cvOshw5cqhYsWLKmjWrLly4oP3792vNmjWp6vm/VnK+vwAA+CeEUgAA+MCwYcM0ceLEf1zv2tP/Fi9erIcfftj5u0yZMs6ojISn/V17vwULFuj777/X7NmzdfLkST399NPq0KGDSpYsqZMnT2rIkCFasmSJLl68qNy5c6tTp04qWLDg39a2YsUKffrpp9q+fbvSpk2rokWLqlOnTnrssceuW/fQoUOaOHGifvvtNx09elTx8fF6+OGHVaZMGTVr1kz33Xefx/qNGjXSmjVrJEk1a9ZUs2bNNHz4cK1fv16nT5/WnDlzlCtXrn/891u5cqW+/vprbdq0SSdPnlT69On12GOPqXTp0mrcuLGyZMkiSTp8+LBHcOT2zDPPSJKyZ8+uJUuW/OP2EkqTJo3i4+M1efJkj8eeNGmSJCk4OFhxcXF/+xjbtm3TpEmTtG7dOp04cUJp06ZV9uzZFRYWpiZNmuihhx6SdHUEXtmyZZ1Q7UangA4ePFhffPGFJOnxxx/Xjz/+KEkep5Le6BTCdevWaerUqdq4caNcLpfSp0+vp59+WtWqVdOrr76qdOnSeay/a9cujR07Vhs2bNDx48eVJk0a3XfffXr00Uf13HPPqWHDhokadXbta6Bly5YaPny4Vq9ercuXL+uZZ55R+/btVaxYsevue/78eU2dOlWLFi3S/v37dfnyZYWEhOiFF15Q8+bN9fTTT3usn/DUy+zZs2vmzJn65JNPtHjxYp04cULdunVTkyZNblprTEyMunbt6gRSQUFBeu+991SvXr3r1o2Li9PPP/+s+++//7rbXC6XJk2apJ9//lmRkZG6cuWKHnroIYWFhally5bKli2bx/oRERGaPXu2JKlw4cIaOnSoRowYoaVLl+r06dN65JFH1LRpU7366qt/+2/7d+8vb9+7AAD8G4RSAAAko/vvv18nTpzQqlWrtGLFiht+oU4OnTt31u+//+78vXXrVrVu3VpDhw7V0KFDdfjwYee2DRs2qGnTppozZ46efPLJGz7eggUL9Ouvv8rMnGU//vijVq9erWnTpumJJ55wli9atEidO3fWpUuXPB5j37592rdvn7777juNHz/+ptvatWuX6tSpo4sXL3rV88CBAzV+/HiPZbGxsdq+fbu2b9+uGTNmaNy4cdcFFEmlTJkyWrRokVauXKm9e/fqqaee0qpVq7R7927n9oULF970/hMmTNCHH36o+Ph4Z1lMTIz27NmjPXv2aMaMGfr0009VpEgRpUmTRjVq1NBnn30mSfr+++89Qikz0/z5852/Ezt31UcffaRRo0Z5LIuNjdWmTZu0adMmzZ8/X2PHjtWdd94pSdq7d6/q1Klz3XN99OhRHT16VKtXr1ahQoW8PhVy9+7devXVV3X+/Hln2YYNG9S8eXMNGzZML7/8srP84MGDatas2XWn0B09elSzZ8/WvHnzNGjQII/7JHTx4kXVr19f+/fvT3R9ixYt8the/fr1bxhISVfDyDJlyly3fOPGjWrTpo1OnTrlsTwyMlJfffWV5s6dq1GjRt00LD569KjCw8N14sQJZ9n+/fvVs2dPpUmTRq+88soN7/d3769/+94FAMBbXH0PAIBk1KJFC6VNe/U3oGHDhvlsu7///rsqVaqk1q1b66677pJ0dXTNW2+9pcOHD6t69epq0qSJU1tMTMzfjuT65Zdf9Mwzz+iNN95Q+fLlneWnT5/We++95/x96NAhderUyflS+/TTT6tNmzZ6/fXXlT17dknSsWPH1L59+5uOGtq+fbtiYmJUvXp1dejQQVWqVPnHU4vmzJnjEUi5t1urVi3ndLxjx46pXbt2unLlirJkyaKuXbuqUqVKHo/TtWtXde3aVa+//vrfbu9GEo5Uc4+Omjx5sqSro6gaNGhw0/uuXbtWAwcOdAKpbNmyqWXLlmrQoIEyZswoSTp37pw6dOigM2fOSLoaNAUFBUm6Gsxs27bNebz169c7o6iCg4NVo0aNf6x/3rx5HoFUWFiYOnTooAYNGjgh1Lp16zRgwABnndmzZzvP9UMPPaRWrVqpY8eOqlOnjgoUKHDLp0L+/vvvuvPOO9WyZUvVr1/fef7j4+PVq1cvnTt3TtLVUUjt2rVzAqL77rtPjRs3Vvv27ZU/f35JV1/b3bp106FDh264rVOnTmn//v0qVqyY2rVrp/r16yskJORv61u5cqXH37Vr1/aqv/Pnz6tt27ZOIJU9e3a1aNFC7dq1c0LTc+fOqX379k6v1zp06JDOnj2revXqqWnTpsqQIYNzm3uE3I3c7P2VFO9dAAC8xUgpAACS0WOPPaZatWrpm2++0datW7Vw4UKfjJaqXbu2PvjgA+fv0aNHO//doEED9erVS5J04sQJzZs3T5I8Qo1rPf3005o2bZoTDvTs2dOZvHv16tX6448/9Nhjj2nKlCmKjo6WdPWUsZkzZzpXHGvQoIFefPFFxcXFad++fVq2bNkNT6GTpI8//ljlypVLdL8JA6ns2bNrxowZzpf0PHnyqE+fPpKuhjfLli1TuXLl1Lx5c82aNctjRNG/mW8pT548yp8/vzZu3Ki5c+eqbt26zimApUqV0iOPPPK39btHod11112aMWOGsmbN6ty3VatWkq6GgLNnz1aTJk30yCOPqFChQs5pWfPmzVOePHmc/3YrXrx4okYqJQwyatSooQ8//ND5u1ChQnrzzTclSbNmzVKnTp2UJUsWj/mUGjRo4NTp5g7QvJUuXTp9/fXXzqmrBQoUUOfOnSVJZ8+e1Q8//KDatWtr2bJl2rNnj6Sr4dvXX3+txx9/XJLUpk0b1ahRQ7t379bly5c1ZcoUde/e/Ybbe+211/TOO+8kur5jx455/J1wpKB09d/c5XJ5LEt4SuisWbMUFRUlScqcObNmzZrlnFravHlzlS1bVidPntTJkyc1e/Zsj8AzoWHDhjnvk//85z/q37+/JOnAgQN/Oy/Wjd5fAwYMSJL3LgAA3mCkFAAAyaxt27bOl7vhw4d7nAKXXKpVq+b8t3uUg1vC05gSBiV/FyC8/PLLHqOVEj6+JOdUwQ0bNjjLDh48qGeffVahoaEKDQ1ViRIlPEZYbNy48YbbypEjh1eB1KVLl7Rr1y7n75deeslj1Mi1o4Rutt2k4A4PLl68qNdff90Z+XSzUMFt06ZNzn+XKFHCCaSkq6FUwnl8Eq5bq1Yt57/nz58vM9OVK1f0ww8/OMsTc+repUuXtGPHDufvOXPmOM9baGioE0hJ0pUrV7RlyxZJ8ji1bPjw4apbt666d++uMWPGaPXq1cqUKZMyZ878j9u/1vPPP+8xl1qlSpU85rJyB6gJX29xcXGqWLGiU/MzzzzjnDop/f3z3qZNG69rTMg9Yi2xEtZ95swZFSlSxKk7f/78OnnypHP7zep+4IEHPN4n1wZjZ8+eveH9bvb+Sor3LgAA3iKUAgAgmT344IPOqVt79+7Vt99+m+j7Xhtgua+U9U8eeOAB57+vnZg64W3u0/dutK2EEoYkN/rb/QXYm5ExCb94J3Ttl+t/cvbsWY/arz316s4773ROP3Ovn1wqVKjgTEbuHk3z9NNP/+PouIT/bjc6dSzhsoT1V6xY0Tk986+//tLatWu1YsUK5982S5YsiRrRcu2/4T9xP/5LL72kZs2aKX369IqLi9PGjRs1a9YsDR06VI0bN1b58uWdkUzeuPb1FRwc7IwkkuSc0pYUr7d7771X9957r1f1XTvy7MCBAx5/t23bVl27dlWOHDlueP+kqPvasPnaU1wTzk2W0M3eX0lREwAA3uL0PQAAfKBVq1aaPn26zp8/r88///ym66VJ4/l7UcLTo86fP3/dKUE3kzBsutatzPPjPtXoZn/fc889kuQxKubpp59WzZo1b/qYN5twPGGAlBj33HOPgoKCnFDl2n+jixcvekzq7K41OaRNm1b169f3mD+sYcOG/3i/zJkzO/+mN3qOEy5LWH/GjBlVqVIl/e9//5N0dcLzhK+ZqlWr/uN8XJJ09913e/xdpkyZv70aY+7cuZ3/7tatm9544w1t2LBBBw4c0IEDB7RkyRIdP35cf/75p/r06aMpU6b8Yw0JXfv6iouL0+nTp6+rN+Hr7Y477lDHjh1v+pjX9ujm7etNkooWLeqcvipdPR0v4el/9evXlyRt3rzZY7SWW8K677//fjVt2vSm2/rPf/5zw+XXhs2JHa11s36T4r0LAIC3CKUAAPCBe++9V02bNtWIESM8rpZ1rWu/OG/atElPPfWUpKvzQvni1L8bWbBggVq1auV8Ef7uu+88bneHFPnz53dO7Tpx4oSqVKly3aiSK1euaOnSpXruueeSpLaMGTMqZ86czulnP/zwgzp06OCcwjdnzhyP9d0TYCeXV199VZ999pmio6OVOXNmVa9e/R/vkz9/fi1atEiS9OuvvyoqKsoZLfTzzz97jEy5tv5atWo5odSPP/6oK1eueNyWGHfeeady5crl/BuePn1ajRs3vi74OHfunH755RcnlDh06JAyZ86se+65R6VKlVKpUqUkXZ0kvV27dpLkcRXIxFq/fr0OHz7snMI3f/58xcbGOre7585K+G9x+fJlPfXUU04NCW3evDlR4VxilStXTtmzZ3cmWJ8yZYry5Mlz3WmtN5M/f34tWLBA0tWJ1osXL66cOXN6rGNmWrly5d/ORZaUUuK9CwAAoRQAAD7SpEkTTZky5bpLwCf03//+V3fddZcuXLggSerTp4+WLVsml8uVovO47NmzR3Xq1NGLL76oPXv26KeffnJuK1y4sB577DFJUqNGjTRt2jRdvnxZp0+fVvXq1fXSSy/pP//5jy5evKi9e/dqzZo1Onv2rBYvXnxL8w3dSNOmTdW1a1dJ0p9//qlXXnlF5cqV0/Hjxz1Cqccff1wvvvhikmzzZu69916NGzdOp0+f1v333+9cPe/vNGnSRIsXL5aZ6cKFC3rllVdUpUoVXbx4UTNnznTWy5Ily3UjWPLnz6///ve/2r9/v8dooly5cilXrlyJrrt58+bOZOIbNmxQtWrVVLp0aWXOnFmnT5/W9u3btX79ej3wwAOqXLmypKth5SeffKIiRYroscce0/33369Lly7p+++/dx73VkamxcbGql69eqpevbouXLigGTNmOLfdfffdeumllyRJL774op588knt27dP0tXT5ipUqKAnn3xSZqbIyEitW7dOf/75pwYMGODVv8ffSZ8+vQYMGKDmzZsrNjZWcXFx6tKliyZPnqwiRYronnvukcvl8pinKaHw8HB9/vnnOnXqlK5cuaJ69erppZde0mOPPaaYmBgdOHBAa9askcvl0qRJk3wSTKXUexcAcHsjlAIAwEcyZcqk1q1ba+DAgTddJ3369GrcuLFzil9MTIwWLlwo6erokKNHj153apMvFC5cWGvWrLlu1EuWLFnUu3dv5+9HHnlEw4YNU5cuXXTx4kWdOnVKX3/9dbLXV716de3YscO5Ct+ePXuum8vogQce0MiRI//21Mak8nenvt1IoUKFFBERoQ8//FDx8fE6cuSIxowZ47HO3XffrU8++eSGIU94eLiGDBnisSyxo6Tcqlatqj179jhXaty/f7/279//j/eLjY3V8uXLtXz58hve3qJFC6/qkKR8+fLp4MGDGjt2rMfyNGnSqE+fPs6IwrRp0+rTTz9V8+bN9eeffyo2NtbjyoPJqUiRIvriiy/UpUsXHT9+XJK0ZcsWZ7TRtRLOiXX33Xfrs88+0xtvvKFTp07p4sWLmjVrli/KvqmUeu8CAG5vhFIAAPhQ/fr1NWHCBP311183Xadjx47KmDGjpk+frmPHjumBBx5QlSpV1KZNG2eEiq/VrFlTLVq00KhRo7Rjxw6lTZtWRYsW1dtvv33dxMnlypXT3LlzNWXKFP322286fPiwLl++rLvvvltPPPGEChQooHLlynlcXS0pREREqGTJkpo2bZo2btyoU6dOKV26dHrsscdUunRpNW7c2OsJrX2pSZMmev755zV58mStW7dOx48fV3BwsLJnz64SJUqoSZMmN51fqHr16vroo4+cK6SlS5dOVapU8bqGt99+Wy+++KK+/vprbdiwQcePH5eZ6b777tPTTz+twoULe1y9sWzZsoqOjtbGjRv1xx9/6OTJk4qNjdW9996r3Llzq06dOipTpozXdTzxxBMaPHiwhgwZolWrVuny5cvKlSuX2rZtqxIlSly37nfffadp06Zp0aJF2r9/v86fP68MGTLo4Ycf1rPPPqsXX3xRJUuW9LqOf/LCCy/op59+0rfffqulS5dqx44dOn36tOLj43XPPffo0Ucf1bPPPqsSJUpcN9l9gQIFNG/ePE2ZMkU///yz/vjjD126dEl33XWXHnnkEeXPn19ly5ZVoUKFkrzum0mp9y4A4PYVZCk1OQUAAADw/zVq1Ehr1qyRdDUE/bsRhQAAIDCk+edVAAAAAAAAgKRFKAUAAAAAAACfI5QCAAAAAACAzzGnFAAAAAAAAHyOkVIAAAAAAADwOUIpAAAAAAAA+FzalC7AH8THx+vKlStKkyaNgoKCUrocAAAAAACAVMvMFB8fr7Rp0ypNmpuPhyKUSoQrV65o69atKV0GAAAAAACA38ibN6/Sp09/09sJpRLBnerlzZtXwcHByb69uLg4bd261Wfb86VA7k0K7P7ozT8Fcm9SYPdHb/4rkPujN/8UyL1Jgd0fvfmvQO6P3vyTr3tzb+/vRklJhFKJ4j5lLzg42KcvTF9vz5cCuTcpsPujN/8UyL1Jgd0fvfmvQO6P3vxTIPcmBXZ/9Oa/Ark/evNPvu7tn6ZAYqJzAAAAAAAA+ByhFAAAAAAAAHyOUAoAAAAAAAA+RygFAAAAAAAAnyOUAgAAAAAAgM8RSgEAAAAAAMDnCKUAAAAAAADgc4RSAAAAAAAA8DlCKQAAAAAAAPgcoRQAAAAAAAB8jlAKAAAAAAAAPkcoBQAAAAAAAJ8jlAIAAAAAAIDPEUoBAAAAAADA5wilAAAAAAAA4HOEUgAAAAAAAPC5tCldQKCLjIyUy+Xy6j5xcXHavXu34uPjFRwc7NV9Q0JC9Oijj3p1HwAAAAAAAF8jlEpGkZGRyhmaU5eiL/lsmxkzZNTOXTsJpgAAAAAAQKpGKJWMXC6XLkVfUrjCFaKQ5N+eXJoVPUsul4tQCgAAAAAApGqEUj4QohBlU7aULgMAAAAAACDVYKJzAAAAAAAA+ByhFAAAAAAAAHyOUAoAAAAAAAA+RygFAAAAAAAAnyOUAgAAAAAAgM8RSgEAAAAAAMDnCKUAAAAAAADgc4RSAAAAAAAA8DlCKQAAAAAAAPgcoRQAAAAAAAB8jlAKAAAAAAAAPkcoBQAAAAAAAJ8jlAIAAAAAAIDPEUoBAAAAAADA5wilAAAAAAAA4HOEUgAAAAAAAPA5QikAAAAAAAD4HKEUAAAAAAAAfI5QCgAAAAAAAD5HKAUAAAAAAACfI5QCAAAAAACAzxFKAQAAAAAAwOcIpQAAAAAAAOBzhFIAAAAAAADwOUIpAAAAAAAA+ByhFAAAAAAAAHwu1YRSY8aMUWhoqPr16+csu3z5svr06aMiRYoof/78at++vVwul8f9jhw5olatWum5555T0aJF9eGHH+rKlSse66xevVo1a9ZUnjx5VL58ec2aNcsnPQEAAAAAAODGUkUotWXLFk2bNk2hoaEey/v376+lS5dq+PDhmjx5so4fP6527do5t8fFxal169aKjY3VtGnTNHDgQM2ePVuffPKJs86hQ4fUunVrFSlSRN9++61ee+019ejRQ7/++qvP+gMAAAAAAICnFA+lLly4oC5duuiDDz5Q5syZneXnzp3TzJkzFRERoaJFiypPnjzq37+/Nm7cqE2bNkmSli9frr1792rw4MHKlSuXSpUqpY4dO2rq1KmKiYmRJE2bNk0PP/ywIiIi9OSTT6phw4aqWLGiJkyYkALdAgAAAAAAQEoFodT777+vUqVKqVixYh7Lt23bptjYWI/lTz75pLJly+aEUps2bVKOHDkUEhLirBMWFqbz589r7969zjpFixb1eOywsDDnMQAAAAAAAOB7aVNy4/PmzdP27ds1Y8aM625zuVxKly6d7rnnHo/lWbNm1YkTJ5x1EgZSkpy//2md8+fPKzo6WhkyZEh0vXFxcYle91bWTypxcXEptu1/4q4rtdb3bwVyf/TmnwK5Nymw+6M3/xXI/dGbfwrk3qTA7o/e/Fcg90dv/snXvSV2OykWSh09elT9+vXTl19+qTvuuCOlyvDK1q1bvVp/9+7dyVTJP283TZoUHwT3t7z9t/Q3gdwfvfmnQO5NCuz+6M1/BXJ/9OafArk3KbD7ozf/Fcj90Zt/Sm29pVgo9fvvvysqKkrh4eHOsri4OK1du1ZTp07VuHHjFBsbq7Nnz3qMloqKitL9998v6eqIpy1btng8rvvqfAnXufaKfS6XS5kyZfJqlJQk5c2bV8HBwYlePz4+3qvHTyo5cuRQvnz5UmTb/yQuLk5bt271+t/SXwRyf/TmnwK5Nymw+6M3/xXI/dGbfwrk3qTA7o/e/Fcg90dv/snXvbm3909SLJR64YUXNHfuXI9l3bt313//+1+1bNlS//nPf5QuXTqtXLlSFStWlCTt379fR44ccQKXfPnyadSoUYqKilLWrFklSStWrFCmTJn01FNPOev88ssvHttZsWLFLYU2wcHBXj15KfUi9rbOlOAPNf4bgdwfvfmnQO5NCuz+6M1/BXJ/9OafArk3KbD7ozf/Fcj90Zt/Sm29pVgolSlTJuXIkcNj2Z133qksWbI4y2vVqqWBAwcqc+bMypQpkz744APlz5/fCZTCwsL01FNPqWvXrurSpYtOnDih4cOHq0GDBkqfPr0kqW7dupo6daoGDRqkWrVqadWqVVqwYIFGjx7t034BAAAAAADwf1J0ovN/8s477yhNmjTq0KGDYmJiFBYWpvfee8+5PTg4WKNGjVLv3r1Vp04dZcyYUTVr1lSHDh2cdR555BGNHj1aAwYM0KRJk/TQQw/pgw8+UIkSJVKiJQAAAAAAACiVhVKTJ0/2+PuOO+7Qe++95xFEXSt79uwaO3bs3z5ukSJFNGfOnKQoEQAAAAAAAEkgdV+iDQAAAAAAAAGJUAoAAAAAAAA+RygFAAAAAAAAnyOUAgAAAAAAgM8RSgEAAAAAAMDnCKUAAAAAAADgc4RSAAAAAAAA8DlCKQAAAAAAAPgcoRQAAAAAAAB8jlAKAAAAAAAAPkcoBQAAAAAAAJ8jlAIAAAAAAIDPEUoBAAAAAADA5wilAAAAAAAA4HOEUgAAAAAAAPC5tCldAPxbZGSkXC5XotePi4vT7t27FR8fr+DgYK+2FRISokcffdTbEgEAAAAAQCpEKIVbFhkZqZyhOXUp+pJPtpcxQ0bt3LWTYAoAAAAAgABAKIVb5nK5dCn6ksIVrhCFJO+25NKs6FlyuVyEUgAAAAAABABCKfxrIQpRNmVL6TIAAAAAAIAfYaJzAAAAAAAA+ByhFAAAAAAAAHyOUAoAAAAAAAA+RygFAAAAAAAAnyOUAgAAAAAAgM8RSgEAAAAAAMDnCKUAAAAAAADgc4RSAAAAAAAA8DlCKQAAAAAAAPgcoRQAAAAAAAB8jlAKAAAAAAAAPkcoBQAAAAAAAJ8jlAIAAAAAAIDPEUoBAAAAAADA5wilAAAAAAAA4HOEUgAAAAAAAPA5QikAAAAAAAD4HKEUAAAAAAAAfI5QCgAAAAAAAD5HKAUAAAAAAACfI5QCAAAAAACAzxFKAQAAAAAAwOcIpQAAAAAAAOBzhFIAAAAAAADwOUIpAAAAAAAA+ByhFAAAAAAAAHyOUAoAAAAAAAA+RygFAAAAAAAAnyOUAgAAAAAAgM8RSgEAAAAAAMDnCKUAAAAAAADgc4RSAAAAAAAA8DlCKQAAAAAAAPgcoRQAAAAAAAB8jlAKAAAAAAAAPkcoBQAAAAAAAJ8jlAIAAAAAAIDPEUoBAAAAAADA5wilAAAAAAAA4HOEUgAAAAAAAPA5QikAAAAAAAD4HKEUAAAAAAAAfI5QCgAAAAAAAD5HKAUAAAAAAACfI5QCAAAAAACAzxFKAQAAAAAAwOcIpQAAAAAAAOBzhFIAAAAAAADwOUIpAAAAAAAA+ByhFAAAAAAAAHyOUAoAAAAAAAA+RygFAAAAAAAAnyOUAgAAAAAAgM8RSgEAAAAAAMDnCKUAAAAAAADgc4RSAAAAAAAA8DlCKQAAAAAAAPgcoRQAAAAAAAB8jlAKAAAAAAAAPkcoBQAAAAAAAJ8jlAIAAAAAAIDPEUoBAAAAAADA51I0lPrqq69UtWpVFShQQAUKFFCdOnX0888/O7dfvnxZffr0UZEiRZQ/f361b99eLpfL4zGOHDmiVq1a6bnnnlPRokX14Ycf6sqVKx7rrF69WjVr1lSePHlUvnx5zZo1yyf9AQAAAAAA4MZSNJR66KGH1LlzZ82aNUszZ87UCy+8oLZt22rPnj2SpP79+2vp0qUaPny4Jk+erOPHj6tdu3bO/ePi4tS6dWvFxsZq2rRpGjhwoGbPnq1PPvnEWefQoUNq3bq1ihQpom+//VavvfaaevTooV9//dXn/QIAAAAAAOCqFA2lypQpo1KlSunxxx/XE088obfeekt33nmnNm3apHPnzmnmzJmKiIhQ0aJFlSdPHvXv318bN27Upk2bJEnLly/X3r17NXjwYOXKlUulSpVSx44dNXXqVMXExEiSpk2bpocfflgRERF68skn1bBhQ1WsWFETJkxIucYBAAAAAABuc6lmTqm4uDjNmzdPFy9eVP78+bVt2zbFxsaqWLFizjpPPvmksmXL5oRSmzZtUo4cORQSEuKsExYWpvPnz2vv3r3OOkWLFvXYVlhYmPMYAAAAAAAA8L20KV3Arl27VLduXV2+fFl33nmnPv30Uz311FPasWOH0qVLp3vuucdj/axZs+rEiROSJJfL5RFISXL+/qd1zp8/r+joaGXIkCHRtcbFxXnVm7frJ5W4uDifbDsl+vNVb7fKXVtqrvFW0Zt/CuTepMDuj978VyD3R2/+KZB7kwK7P3rzX4HcH735J1/3ltjtpHgo9cQTT2jOnDk6d+6cfvzxR3Xr1k1TpkxJ6bJuaOvWrV6tv3v37mSq5J+3myZN8g+CS4n+fNXbv+Xta8Wf0Jt/CuTepMDuj978VyD3R2/+KZB7kwK7P3rzX4HcH735p9TWW4qHUunTp9djjz0mScqTJ4+2bt2qSZMm6eWXX1ZsbKzOnj3rMVoqKipK999/v6SrI562bNni8Xjuq/MlXOfaK/a5XC5lypTJq1FSkpQ3b14FBwcnev34+HivHj+p5MiRQ/ny5Uv27aREf77q7VbFxcVp69atXr9W/AG9+adA7k0K7P7ozX8Fcn/05p8CuTcpsPujN/8VyP3Rm3/ydW/u7f2TFA+lrhUfH6+YmBjlyZNH6dKl08qVK1WxYkVJ0v79+3XkyBEnlMiXL59GjRqlqKgoZc2aVZK0YsUKZcqUSU899ZSzzi+//OKxjRUrVtxSsBEcHOzVk5dSL2Jv6/w32/E1X/X2b/lLnbeC3vxTIPcmBXZ/9Oa/Ark/evNPgdybFNj90Zv/CuT+6M0/pbbevD4P6ujRo/rrr7+cv7ds2aJ+/frpm2++8XrjQ4cO1dq1a3X48GHt2rVLQ4cO1Zo1a1S1alXdfffdqlWrlgYOHKhVq1Zp27Zteuedd5Q/f34nUAoLC9NTTz2lrl27aufOnfr11181fPhwNWjQQOnTp5ck1a1bV4cOHdKgQYO0b98+TZ06VQsWLFCTJk28rhcAAAAAAABJw+uRUp06ddKrr76qGjVq6MSJE2ratKmefvppzZ07VydOnFC7du0S/VhRUVHq1q2bjh8/rrvvvluhoaEaN26cihcvLkl65513lCZNGnXo0EExMTEKCwvTe++959w/ODhYo0aNUu/evVWnTh1lzJhRNWvWVIcOHZx1HnnkEY0ePVoDBgzQpEmT9NBDD+mDDz5QiRIlvG0dAAAAAAAAScTrUGrPnj169tlnJUkLFizQ008/rWnTpmn58uV67733vAql+vfv/7e333HHHXrvvfc8gqhrZc+eXWPHjv3bxylSpIjmzJmT6LoAAAAAAACQvLw+fe/KlSvOqXErVqxQmTJlJEn//e9/deLEiaStDgAAAAAAAAHJ61Dqqaee0rRp07Ru3TqtWLFCJUuWlCQdP35cWbJkSer6AAAAAAAAEIC8DqU6d+6sb775Ro0aNVLlypWVM2dOSdKSJUuc0/oAAAAAAACAv+P1nFJFihTRqlWrdP78eWXOnNlZ/uqrrypjxoxJWhwAAAAAAAACk9cjpSTJzPT7779r2rRpOn/+vCQpXbp0ypAhQ5IWBwAAAAAAgMDk9UipP//8Uy1atNDRo0cVExOj4sWLK1OmTBo7dqxiYmL0/vvvJ0edAAAAAAAACCBej5Tq16+f8uTJozVr1uiOO+5wlpcvX16rVq1K0uIAAAAAAAAQmLweKbV+/Xp9/fXXSp8+vcfy7Nmz69ixY0lWGAAAAAAAAAKX1yOl4uPjFR8ff93yv/76S3fddVeSFAUAAAAAAIDA5nUoVbx4cU2cONFj2YULFzRixAiVKlUqyQoDAAAAAABA4PI6lIqIiNCGDRtUqVIlxcTEqHPnzipTpoyOHTumzp07J0eNAAAAAAAACDBezyn10EMP6dtvv9W8efO0a9cuXbx4Ua+88oqqVq2qDBkyJEeNAAAAAAAACDBeh1KSlDZtWlWvXj2pawEAAAAAAMBtIlGh1OLFi1WyZEmlS5dOixcv/tt1y5YtmySFAQAAAAAAIHAlKpRq27atfvvtN2XNmlVt27a96XpBQUHasWNHkhUHAAAAAACAwJSoUGrnzp03/G8AAAAAAADgVnh99b2jR48mRx0AAAAAAAC4jXgdSpUpU0YNGzbU9OnTdebMmeSoCQAAAAAAAAHO61Bq5syZyps3rz799FOFhYXpjTfe0A8//KCYmJjkqA8AAAAAAAAByOtQ6plnnlG3bt20bNkyjR07Vvfdd5969eqlYsWKqXv37slRIwAAAAAAAAKM16GUW1BQkF544QV98MEHGj9+vB5++GHNmTMnCUsDAAAAAABAoErU1fdu5K+//tLcuXP1/fffa8+ePcqXL5969eqVlLUBAAAAAAAgQHkdSk2bNk3ff/+9NmzYoP/+97+qWrWqqlSpouzZsydHfQAAAAAAAAhAXodSn3/+uSpXrqwePXooZ86cyVETAAAAAAAAApzXodSyZcsUFBSUHLUAAAAAAADgNuF1KBUUFKSzZ89qxowZ2rdvnyTpqaee0iuvvKK77747yQsEAAAAAABA4PH66ntbt25V+fLlNWHCBJ05c0ZnzpzRhAkTVK5cOf3+++/JUSMAAAAAAAACjNcjpQYMGKAyZcqob9++Spv26t2vXLmiHj16qH///po6dWqSFwkAAAAAAIDA4vVIqW3btqlFixZOICVJadOmVYsWLbRt27YkLQ4AAAAAAACByetQKlOmTDp69Oh1y48ePaq77rorSYoCAAAAAABAYPM6lKpUqZLeffddzZ8/X0ePHtXRo0c1b9489ejRQ5UrV06OGgEAAAAAABBgvJ5TqmvXrs7/x8XFXX2QtGlVr149de7cOWmrAwAAAAAAQEDyOpRKnz69evTooU6dOikyMlKS9OijjypjxoxJXhwAAAAAAAACk9ehlFvGjBkVGhqalLUAAAAAAADgNpHoUKp79+6JWm/AgAG3XAwAAAAAAABuD4kOpWbPnq1s2bLpmWeekZklZ00AAAAAAAAIcIkOperVq6d58+bp8OHDCg8PV7Vq1ZQlS5ZkLA0AAAAAAACBKk1iV3zvvfe0fPlytWjRQkuXLtWLL76ojh076tdff2XkFAAAAAAAALzi1UTn6dOnV5UqVVSlShX9+eefmj17tvr06aO4uDh9//33uuuuu5KrTgAAAAAAAASQRI+Uuu6Oaa7e1cwUFxeXZAUBAAAAAAAg8Hk1UiomJkY//fSTZs6cqfXr1+vFF19Ur169VKJECSekAgAAAAAAAP5JokOp3r17a/78+XrooYdUq1YtDR06VPfdd19y1gYAAAAAAIAAlehQatq0acqWLZseeeQRrV27VmvXrr3heiNHjkyy4gAAAAAAABCYEh1K1ahRQ0FBQclZCwAAAAAAAG4TiQ6lBg4cmJx1AAAAAAAA4DbC7OQAAAAAAADwOUIpAAAAAAAA+ByhFAAAAAAAAHyOUAoAAAAAAAA+l6hQqmbNmjpz5owkaeTIkbp06VKyFgUAAAAAAIDAlqhQat++fU4Q9emnn+rixYvJWhQAAAAAAAACW9rErJQrVy51795dzz//vMxM48aN05133nnDddu1a5ekBQIAAAAAACDwJCqUGjBggEaMGKGlS5cqKChIv/76q4KDg69bLygoiFAKAAAAAAAA/yhRodR///tfffTRR5KknDlzasKECcqaNWuyFgYAAAAAAIDAlahQKqGdO3cmRx0AAAAAAAC4jXgdSklSZGSkJk6cqH379kmSnnrqKTVu3FiPPvpokhYHAAAAAACAwJSoq+8l9Ouvv6pSpUrasmWLQkNDFRoaqs2bN6ty5cr67bffkqNGAAAAAAAABBivR0oNHTpUTZo0UefOnT2WDxkyREOGDFHx4sWTrDgAAAAAAAAEJq9HSu3bt0+vvPLKdctr1aqlvXv3JklRAAAAAAAACGxeh1L33XefduzYcd3yHTt2cEU+AAAAAAAAJIrXp+/Vrl1bvXr10qFDh1SgQAFJ0oYNGzR27Fg1adIkqesDAAAAAABAAPI6lGrbtq0yZcqkL7/8UsOGDZMkPfDAA2rXrp0aN26c5AUCAAAAAAAg8HgdSgUFBalJkyZq0qSJzp8/L0nKlClTkhcGAAAAAACAwOV1KJUQYRQAAAAAAABuhdcTnQMAAAAAAAD/FqEUAAAAAAAAfI5QCgAAAAAAAD7nVSgVGxur1157TQcPHkymcgAAAAAAAHA78CqUSpcunXbt2pVctQAAAAAAAOA24fXpe9WqVdOMGTOSoxYAAAAAAADcJtJ6e4e4uDh9/fXXWrFihfLkyaOMGTN63N69e/ckKw4AAAAAAACByetQavfu3XrmmWckSQcOHPC4LSgoKGmqAgAAAAAAQEDzOpSaPHlyctQBAAAAAACA24jXc0q5/fHHH/r1118VHR0tSTKzJCsKAAAAAAAAgc3rkVKnTp3Sm2++qdWrVysoKEg//fSTHnnkEb3zzjvKnDmzIiIikqNOAAAAAAAABBCvR0oNGDBAadOm1bJly5QhQwZneaVKlfTrr78maXEAAAAAAAAITF6PlPrtt980btw4PfTQQx7LH3/8cR05ciTJCgMAAAAAAEDg8nqk1MWLFz1GSLmdPn1a6dOnT5KiAAAAAAAAENi8DqUKFiyoOXPmeCyLj4/XF198oSJFiiRVXQAAAAAAAAhgXp++16VLFzVp0kTbtm1TbGysBg8erL179+rMmTP6+uuvk6NGAAAAAAAABBivQ6kcOXLoxx9/1JQpU3TXXXfp4sWLKl++vBo0aKAHHnggOWoEAAAAAABAgPE6lJKku+++W23atPnXGx89erR++ukn7d+/XxkyZFD+/PnVuXNn/fe//3XWuXz5sgYOHKj58+crJiZGYWFheu+99xQSEuKsc+TIEfXu3VurV6/WnXfeqRo1aqhTp05Km/b/2lu9erUGDhyoPXv26D//+Y/atGmj8PDwf90DAAAAAAAAvHdLodSZM2c0Y8YM7du3T5L01FNPKTw8XFmyZPHqcdasWaMGDRoob968iouL07Bhw9S8eXPNmzdPd955pySpf//++vnnnzV8+HDdfffd6tu3r9q1a6dp06ZJkuLi4tS6dWuFhIRo2rRpOn78uLp166Z06dLp7bffliQdOnRIrVu3Vt26dTVkyBCtXLlSPXr00P33368SJUrcyj8BAAAAAAAA/gWvJzpfu3atypQpo8mTJ+vs2bM6e/asJk+erLJly2rt2rVePda4ceMUHh6up59+Wjlz5tTAgQN15MgR/f7775Kkc+fOaebMmYqIiFDRokWVJ08e9e/fXxs3btSmTZskScuXL9fevXs1ePBg5cqVS6VKlVLHjh01depUxcTESJKmTZumhx9+WBEREXryySfVsGFDVaxYURMmTPC2fQAAAAAAACQBr0Op999/X5UqVdLixYs1cuRIjRw5UosWLVLlypX1/vvv/6tizp07J0nKnDmzJDmTqRcrVsxZ58knn1S2bNmcUGrTpk3KkSOHx+l8YWFhOn/+vPbu3eusU7RoUY9thYWFOY8BAAAAAAAA3/L69L0//vhDH3/8sYKDg51lwcHBatKkiebMmXPLhcTHx6t///4qUKCAcuTIIUlyuVxKly6d7rnnHo91s2bNqhMnTjjrJAykJDl//9M658+fV3R0tDJkyJCoGuPi4rzqydv1k0pcXJxPtp0S/fmqt1vlri0113ir6M0/BXJvUmD3R2/+K5D7ozf/FMi9SYHdH735r0Duj978k697S+x2vA6lnnnmGe3fv99jMnJJ2r9/v3LmzOntwzn69OmjPXv26Kuvvrrlx0huW7du9Wr93bt3J1Ml/7zdNGm8HgR3S9vxNV/19m95+1rxJ/TmnwK5Nymw+6M3/xXI/dGbfwrk3qTA7o/e/Fcg90dv/im19ZaoUGrnzp3Ofzdu3Fj9+vXTH3/8oeeee06StHnzZk2dOlWdO3e+pSLef/99LVu2TFOmTNFDDz3kLA8JCVFsbKzOnj3rMVoqKipK999/v7POli1bPB7P5XJJksc67mUJ18mUKVOiR0lJUt68eT1GiP2T+Pj4RK+blHLkyKF8+fIl+3ZSoj9f9Xar4uLitHXrVq9fK/6A3vxTIPcmBXZ/9Oa/Ark/evNPgdybFNj90Zv/CuT+6M0/+bo39/b+SaJCqRo1aigoKEhm5iwbPHjwdet16tRJlSpVSnSRZqa+fftq4cKFmjx5sh555BGP2/PkyaN06dJp5cqVqlixoqSrI7KOHDniBBP58uXTqFGjFBUVpaxZs0qSVqxYoUyZMumpp55y1vnll188HnvFihVehxvBwcFePXkp9SL2ts5/sx1f81Vv/5a/1Hkr6M0/BXJvUmD3R2/+K5D7ozf/FMi9SYHdH735r0Duj978U2rrLVGh1OLFi5Nl43369NH333+vzz77THfddZczB9Tdd9+tDBky6O6771atWrU0cOBAZc6cWZkyZdIHH3yg/PnzO4FSWFiYnnrqKXXt2lVdunTRiRMnNHz4cDVo0EDp06eXJNWtW1dTp07VoEGDVKtWLa1atUoLFizQ6NGjk6UvAAAAAAAA/L1EhVLZs2dPlo1//fXXkqRGjRp5LB8wYIDCw8MlSe+8847SpEmjDh06KCYmRmFhYXrvvfecdYODgzVq1Cj17t1bderUUcaMGVWzZk116NDBWeeRRx7R6NGjNWDAAE2aNEkPPfSQPvjgA5UoUSJZ+gIAAAAAAMDf83qic0k6duyY1q9fr5MnT143r1Djxo0T/Ti7du36x3XuuOMOvffeex5B1LWyZ8+usWPH/u3jFClS5F9dHRAAAAAAAABJx+tQatasWerVq5fSpUune++91+O2oKAgr0IpAAAAAAAA3J68DqU+/vhjtW3bVq1bt1aaNGmSoyYAAAAAAAAEOK9DqejoaFWuXJlACgEvMjJSLpfLq/vExcVp9+7dio+P9+qKBiEhIXr00Ue9LREAAAAAAL/ldShVq1Yt/fDDD2rVqlVy1AOkCpGRkcoZmlOXoi/5ZHsZM2TUzl07CaYAAAAAALcNr0OpTp06qXXr1vr111+VI0cOpU3r+RDdu3dPsuKAlOJyuXQp+pLCFa4QhSTvtuTSrOhZcrlchFIAAAAAgNuG16HU6NGjtXz5cj3xxBPX3RYUFJQkRQGpRYhClE3ZUroMAAAAAAACjteh1Pjx49W/f3+Fh4cnRz0AAAAAAAC4DXg9W3n69OlVoECB5KgFAAAAAAAAtwmvR0o1btxYU6ZMUY8ePZKjHgA+4MsrC0pcXRAAAAAAcD2vQ6ktW7Zo1apVWrp0qZ5++unrJjofOXJkkhUHIOn5+sqCElcXBAAAAABcz+tQ6p577lGFChWSoxYAPuDLKwtKXF0QAAAAAHBjXodSAwYMSI46APgYVxYEAAAAAKQkryc6BwAAAAAAAP4tr0dKlSlTRkFBQTe9ffHixf+qIAAAAAAAAAQ+r0Op1157zePvK1euaPv27Vq+fLmaN2+eZIUBAAAAAAAgcP3rUMpt6tSp2rZt278uCAAAAAAAAIEvyeaUKlmypH788cekejgAAAAAAAAEsCQLpX744QdlyZIlqR4OAAAAAAAAAczr0/dq1KjhMdG5mcnlcunkyZN67733krQ4AAAAAAAABCavQ6ly5cp5/B0UFKT77rtPhQsX1pNPPplkhQEAAAAAACBweR1KtWvXLjnqAAAAAAAAwG0kyeaUAgAAAAAAABIr0SOlcubM6TGX1I0EBQVp+/bt/7ooAAAAAAAABLZEh1IjR4686W2bNm3S5MmTFR8fnyRFAQAAAAAAILAlOpS6doJzSdq/f7+GDh2qpUuXqmrVqurQoUOSFgcAAAAAAIDA5PVE55J07NgxjRgxQnPmzFFYWJjmzJmjHDlyJHVtAAAAAAAACFBehVLnzp3TqFGjNGXKFOXKlUsTJkxQwYIFk6s2AAAAAAAABKhEh1Jjx47VF198oZCQEA0dOvSGp/MBAAAAAAAAiZHoUGro0KHKkCGDHn30Uc2ZM0dz5sy54Xp/NyE6AAAAAAAAIHkRStWoUUNBQUHJWQsAAAAAAABuE4kOpQYOHJicdQBAkoiMjJTL5fLqPnFxcdq9e7fi4+MVHBzs1X1DQkL06KOPenUfAAAAAMAtXn0PAFKjyMhI5QzNqUvRl3y2zYwZMmrnrp0EUwAAAADgJUIpAAHD5XLpUvQlhStcIQpJ/u3JpVnRs+RyuQilAAAAAMBLhFIAAk6IQpRN2VK6DAAAAADA30iT0gUAAAAAAADg9kMoBQAAAAAAAJ8jlAIAAAAAAIDPEUoBAAAAAADA5wilAAAAAAAA4HOEUgAAAAAAAPA5QikAAAAAAAD4HKEUAAAAAAAAfI5QCgAAAAAAAD5HKAUAAAAAAACfI5QCAAAAAACAzxFKAQAAAAAAwOcIpQAAAAAAAOBzhFIAAAAAAADwOUIpAAAAAAAA+ByhFAAAAAAAAHyOUAoAAAAAAAA+RygFAAAAAAAAnyOUAgAAAAAAgM8RSgEAAAAAAMDnCKUAAAAAAADgc4RSAAAAAAAA8DlCKQAAAAAAAPgcoRQAAAAAAAB8jlAKAAAAAAAAPkcoBQAAAAAAAJ9Lm9IFAAASLzIyUi6XK9Hrx8XFaffu3YqPj1dwcLBX2woJCdGjjz7qbYkAAAAAkCiEUgDgJyIjI5UzNKcuRV/yyfYyZsionbt2EkwBAAAASBaEUgDgJ1wuly5FX1K4whWikOTdllyaFT1LLpeLUAoAAABAsiCUAgA/E6IQZVO2lC4DAAAAAP4VJjoHAAAAAACAzxFKAQAAAAAAwOc4fQ8AkCp4e2VBiasLAgAAAP6MUAoAkOJ8fWVBiasLAgAAACmNUAoAkOJ8eWVBiasLAgAAAKkBoRQAINXgyoIAAADA7YOJzgEAAAAAAOBzhFIAAAAAAADwOUIpAAAAAAAA+ByhFAAAAAAAAHyOUAoAAAAAAAA+RygFAAAAAAAAnyOUAgAAAAAAgM8RSgEAAAAAAMDnCKUAAAAAAADgc4RSAAAAAAAA8DlCKQAAAAAAAPhcioZSa9eu1euvv66wsDCFhoZq0aJFHrebmT7++GOFhYXp2WefVZMmTXTw4EGPdU6fPq1OnTqpQIECKliwoN555x1duHDBY52dO3eqfv36yps3r0qVKqWxY8cmd2sAAAAAAAD4GykaSl28eFGhoaF67733bnj72LFjNXnyZPXu3VvTp09XxowZ1bx5c12+fNlZp3Pnztq7d6/Gjx+vUaNGad26derVq5dz+/nz59W8eXNly5ZNs2bNUteuXTVy5Eh98803yd4fAAAAAAAAbixtSm68VKlSKlWq1A1vMzNNmjRJbdq0Ubly5SRJgwYNUrFixbRo0SJVrlxZ+/bt06+//qoZM2Yob968kqQePXqoVatW6tq1qx588EF99913io2NVf/+/ZU+fXo9/fTT2rFjh8aPH686der4rFcAAAAAAAD8n1Q7p9Thw4d14sQJFStWzFl2991367nnntPGjRslSRs3btQ999zjBFKSVKxYMaVJk0ZbtmyRJG3atEkFCxZU+vTpnXXCwsJ04MABnTlzxkfdAAAAAAAAIKEUHSn1d06cOCFJypo1q8fyrFmzyuVySZJcLpfuu+8+j9vTpk2rzJkzO/d3uVx6+OGHPdYJCQlxbsucOXOia4qLi/OqB2/XTypxcXE+2XZK9EdvSbOdlOCL/gK5N/d2fC2Qe3NvN6W2/U/cdaXW+v6NQO5NCuz+6M0/BXJvUmD3R2/+K5D7ozf/5OveErudVBtKpUZbt271av3du3cnUyX/vN00aZJ/EFxK9EdvSbOdlOCL/gK5N/d2fC2Qe3Nv1xf9/fXXXzp9+vQt3Xfnzp1e3ydLlix66KGHbml7vuTt56q/CeT+6M0/BXJvUmD3R2/+K5D7ozf/lNp6S7Wh1P333y9JioqK0gMPPOAsj4qKUs6cOSVdHfF08uRJj/tduXJFZ86cce4fEhLijKxyc//tHjGVWHnz5lVwcHCi14+Pj/fq8ZNKjhw5lC9fvmTfTkr0R2//XiC/LgO5N4nXZXLwRX+RkZEqEVZCl6IvJet2EsqYIaN+3/67Hn300WTfVmRk5HWfs/8kPj5ee/fu1VNPPeV1KBgSEuKTvv6NuLg4bd261evjBn9Ab/4pkHuTArs/evNfgdwfvfknX/fm3t4/SbWh1MMPP6z7779fK1euVK5cuSRdvZLe5s2bVa9ePUlS/vz5dfbsWW3btk158uSRJK1atUrx8fF69tlnJUn58uXT8OHDFRsbq3Tp0kmSVqxYoSeeeMKrU/ckKTg42KsnL6VexN7W+W+242v0ljTbSQm+6C+Qe3Nvx9cCuTf3dpN726dOndKl6EsKV7hC5N2PIbfCJZdmRc/SqVOn9MQTTyTrtiIjI5X7mdw+D9x27tqZ6oMpyXfvn5RAb/4pkHuTArs/evNfgdwfvfmn1NZbioZSFy5cUGRkpPP34cOHtWPHDmXOnFnZsmVT48aN9fnnn+uxxx7Tww8/rI8//lgPPPCAczW+J598UiVKlFDPnj3Vp08fxcbGqm/fvqpcubIefPBBSVLVqlX16aef6t1331XLli21Z88eTZo0Sd27d0+RngEAt6cQhSibsqV0GUnK5XKlSODmcrn8IpQCAADA30vRUGrbtm1q3Lix8/eAAQMkSTVr1tTAgQPVsmVLXbp0Sb169dLZs2f1/PPP64svvtAdd9zh3GfIkCHq27evXnvtNaVJk0YVKlRQjx49nNvvvvtujRs3Tu+//77Cw8N177336o033lCdOnV81ygAAAEsEAM3AAAAJL8UDaWKFCmiXbt23fT2oKAgdezYUR07drzpOlmyZNHQoUP/djs5c+bUV199dct1AgAAAAAAIGkl/yWHAAAAAAAAgGsQSgEAAAAAAMDnCKUAAAAAAADgc4RSAAAAAAAA8DlCKQAAAAAAAPgcoRQAAAAAAAB8jlAKAAAAAAAAPkcoBQAAAAAAAJ8jlAIAAAAAAIDPEUoBAAAAAADA5wilAAAAAAAA4HOEUgAAAAAAAPA5QikAAAAAAAD4XNqULgAAACC1ioyMlMvl8uo+cXFx2r17t+Lj4xUcHJzo+4WEhOjRRx/1tkQAAAC/RSgFAABwA5GRkcoZmlOXoi/5ZHsZM2TUzl07CaYAAMBtg1AKAADgBlwuly5FX1K4whWikOTdllyaFT1LLpeLUAoAANw2CKUAAAD+RohClE3ZUroMAACAgMNE5wAAAAAAAPA5QikAAAAAAAD4HKEUAAAAAAAAfI5QCgAAAAAAAD5HKAUAAAAAAACfI5QCAAAAAACAzxFKAQAAAAAAwOfSpnQBAAAA8L3IyEi5XC6v7hMXF6fdu3crPj5ewcHBXt03JCREjz76qFf3AQAAgY1QCgAA4DYTGRmpnKE5dSn6ks+2mTFDRu3ctZNgCgAAOAilAAAAbjMul0uXoi8pXOEKUUjyb08uzYqeJZfLRSgFAAAchFIAAAC3qRCFKJuypXQZAADgNkUoBQAAgIDCfFkAAPgHQikAAAAEDObLAgDAfxBKAQAAIGAwXxYAAP6DUAoAAAABh/myAABI/QilAAAAAD/i7ZxZzJcFAEitCKUAAAAAP+HrObOYLwsAkJwIpQAAAAA/4cs5s5gvCwCQ3AilAAAAAD/DnFkAgECQJqULAAAAAAAAwO2HUAoAAAAAAAA+RygFAAAAAAAAnyOUAgAAAAAAgM8RSgEAAAAAAMDnCKUAAAAAAADgc4RSAAAAAAAA8DlCKQAAAAAAAPhc2pQuAAAAAAAkKTIyUi6Xy6v7xMXFaffu3YqPj1dwcLBX9w0JCdGjjz7q1X0AAEmHUAoAAABAiouMjFTO0Jy6FH3JZ9vMmCGjdu7aSTAFACmEUAoAAABAinO5XLoUfUnhCleIQpJ/e3JpVvQsuVwuQikASCGEUgAAAABSjRCFKJuypXQZAAAfYKJzAAAAAAAA+BwjpQAAAAAgmTGJOwBcj1AKAAAAAJIRk7gDwI0RSgEAAABAMmISdwC4MUIpAAAAAPABJnEHAE9MdA4AAAAAAACfY6QUAAAAAOCWMYk7gFtFKAUAAAAAuCVM4g7g3yCUAgAAAADcEiZxB/BvEEoBAAAAAP4VJnEHcCuY6BwAAAAAAAA+RygFAAAAAAAAnyOUAgAAAAAAgM8RSgEAAAAAAMDnCKUAAAAAAADgc4RSAAAAAAAA8DlCKQAAAAAAAPgcoRQAAAAAAAB8jlAKAAAAAAAAPkcoBQAAAAAAAJ8jlAIAAAAAAIDPpU3pAgAAAAAASK0iIyPlcrm8uk9cXJx2796t+Ph4BQcHJ/p+ISEhevTRR70tEfBbhFIAAAAAANxAZGSkcobm1KXoSz7ZXsYMGbVz106fBVO+DNwkQjdcj1AKAAAAAIAbcLlcuhR9SeEKV4hCkndbcmlW9Cy5XC6fBDe+Dtwk34duSP0IpQAAAAAA+BshClE2ZUvpMpKULwM3yfehG/wDoRQAAAAAALepQAzc4D+4+h4AAAAAAAB8jlAKAAAAAAAAPkcoBQAAAAAAAJ9jTikAAAAAABBQIiMj5XK5vLpPXFycdu/erfj4eAUHB3t135CQECZwvwWEUgAAAAAAIGBERkYqZ2hOXYq+5LNtZsyQUTt37SSY8hKhFAAAAAAACBgul0uXoi8pXOEKUUjyb08uzYqeJZfLRSjlJUIpAAAAAAAQcEIUomzKltJl4G/cVhOdT506VWXKlFHevHlVu3ZtbdmyJaVLAgAAAAAAuC3dNiOl5s+frwEDBqhPnz567rnnNHHiRDVv3lw//PCDsmbNmtLlAQAAAAAAJIq3E7mn1kncb5tQavz48Xr11VdVq1YtSVKfPn20bNkyzZw5U61atUrh6gAAAAAAAP6ZrydyT85J3G+LUComJka///67Wrdu7SxLkyaNihUrpo0bN6ZgZQAAAAAAAInny4nck3sS99silDp16pTi4uKuO00va9as2r9//z/e38wkXQ23vBnmFhcXp7vuuktndVbplM67om/BWZ3VXbpLcXFxiomJSfbt+bI/eks6gfy6DOTeJF6XSYnXZdII5N4k3nNJiddl0uF1mXR4XSaNQO5N4j2XlHhdJh13f+mVPtn7S6/0t9RbXFycpP/LU24myP5pjQBw7NgxlSxZUtOmTVP+/Pmd5YMGDdLatWv1v//972/vHxMTo61btyZ3mQAAAAAAAAEjb968Sp8+/U1vvy1GSt17770KDg5WVFSUx/KoqCiFhPzzULe0adMqb968SpMmjYKCgpKrTAAAAAAAAL9nZoqPj1fatH8fO90WoVT69OmVO3durVy5UuXKlZMkxcfHa+XKlWrYsOE/3j9NmjR/m+wBAAAAAADAO7dFKCVJTZs2Vbdu3ZQnTx49++yzmjhxoi5duqTw8PCULg0AAAAAAOC2c9uEUpUqVdLJkyf1ySef6MSJE8qVK5e++OKLRJ2+BwAAAAAAgKR1W0x0DgAAAAAAgNQlTUoXAAAAAAAAgNsPoRQAAAAAAAB8jlAKAAAAAAAAPkcoBQAAAAAAAJ8jlAIAAAAAAIDPEUohySS8kGOgXdQx0PoBkDK2bNmS0iUAAFIB97FlTExMCleSfDh+BpLXyJEjtW/fPh09ejSlS/lXCKWQJMxMQUFBzt9BQUEB9UEUFBSkuXPnqlu3bildCuAIpPfY7eDbb7/VRx99pFOnTgXsc+fu69y5cylcSdKLj4/3+DsQn8NA7En6v74Csb9A7Mkt0N9zQUFBWrBggcaMGaPz58+ndDlJ5ttvv9XXX38tKfC+D1wr0Ho7dOiQzpw5k9JlIJFOnTqlrVu3atCgQWrVqpWmT5+u48ePp3RZt4RQCknCHUh98803+uSTTzyWBYJDhw7p008/VZ48ea47SPJXgfZBejtxP3fXvscC4Tl193Dq1CkdO3ZMsbGxiouLS+Gq/h33PiM0NFT9+vXTvffe67cHDf8kKChI3377rerVq6eoqKiULidJpUlz9ZBp/vz5kgLrM879vgu0EMBd/4ULFyT9X3+B8jku/d/r8KuvvtL333+fwtUkLfd77ueff5YUOO859+vyyJEj6tWrl+677z5lypQphatKGhcuXNCsWbP07bffas6cOZICK5hy93Hy5ElFR0cH1Ci3y5cvq3379po5c2ZKl5Js3M/f2rVr9fvvv6dwNf/evffeq9GjRysiIkJ169bVoEGDNGDAAC1cuDClS/MaoVQKCpQdtFt0dLQ2btyoHTt2pHQpSWrHjh2aOnWqChQooHr16qV0OUnCPbJt/fr1mjp1qqZNm6bLly973O7vbvbLuL/35n7u1q1bp6FDh6pfv36aOnWqJP8/YHf3tmjRIrVo0UL16tVTo0aNNGLECLlcrpQu75bEx8crTZo0+v333zV//nyFhIRo586d6tChg7755puULi/JuN9XFy9e1IIFC/TKK68oa9asKVxV0jt69KjeffddTZs2LaVLSTLu992KFSvUo0cPDRo0SEuXLpXk/18mg4KCtHTpUr3xxhtq1KiRxo0bp2PHjilNmjQBFUydPn1aixcv1ubNmyXJ74P8hHbt2qWuXbs6wVQgCAoK0sqVK7V69Wq98sorql+/fkqXlGTuuusuDRo0SA888IBmzJihWbNmSfL/fYmb+xilZcuWCg8P15AhQ7R169aULivJZMiQQWfPnk3pMpKN+73Xpk0bHTlyxG8/Bzp06KBx48Y59T/xxBNq0KCBvvjiC128eFGTJk1y3nv+glDKB9w74T///FN79uzRgQMHJF19Y/jrm+FGMmTIoAYNGujXX3/VkiVLUrqcJHH+/Hl98cUXmjNnjg4dOqS0adMGxMFsUFCQlixZosaNG2vu3Lnq3bu3WrRooU2bNjlfUPz54CHhl6whQ4bo9ddf1zfffKN9+/b5fXATFBSkn376yflATZMmjfr27auIiAhFR0endHn/SlBQkJYvX64uXbqocuXKmj59uvLkyaNJkyZpw4YNKV2e19yB1M6dO1WrVi3FxcUpffr0Cg4O1oMPPqjvvvvO7w4abiYoKEhr1qxRhw4dlDZtWlWsWDGlS0oWmTNnVpkyZbR9+3ZJ/h9yS3L2lS1bttTly5e1ZMkSjR49Wp999plzu7/2uWXLFnXs2FH58+fXvffeq6VLl+r999/Xn3/+GRCf5W5ZsmTRSy+9pBkzZujQoUMKDg5O6ZKSzL333qtHH31U27ZtkxQY77nY2FhNnz5d3bt316ZNmwIqRIyPj9eDDz6od999V1myZNGsWbMCKpjavXu3unfvrpdeekmlSpXSvn37NGjQIK1bty6lS/tXzEx33HGHihYt6gwuuHLlSgpXlXTcr7sTJ07ol19+0euvv67y5cs7ozH9zeOPP65hw4Zp+vTpzjIzU758+dSlSxc9+OCD+v7777Vq1aoUrNI7/vlM+JGEv/y/8cYbatasmbp3767evXtLkt8eFMXGxt5weZ48eVSjRg39+OOPunjxot9/+GTKlEnNmjVTWFiYtm/frv/973+S/Pd5cz8fZ86c0Zw5c/T+++9r6tSp+u2333Ty5El9+OGH2rBhg98HU0FBQVq4cKHeeOMNxcfH66GHHtLcuXPVuXNnvx1x43bo0CENGTJEHTp00NChQ9WsWTPdc889uuuuu5QhQwZnPX977uLj4xUbG6u5c+eqXr16atasmdKkSaMlS5aoRo0aqlChgiT/mRA2YSBVp04dtW7dWl26dJEkPf300+ratauyZcum6dOnB0QwFR8fr6NHj2rPnj1at26d7r77bkn+fVB7o338nXfeqRo1amjmzJlat26d34fcknT48GFt3rxZ77zzjoYNG6aJEyeqYMGCWrhwoUaOHCnJP39E27dvn9auXat27drprbfe0ieffKK6devq3Llz6tu3r98GU9fu2931V61aVfnz59c333zjtyHHjZ6LBx54QHXr1tW4ceO0c+fOgHjPpUuXTl27dlW9evX0+++/O4GGv70WbyRNmjQyMz344IPq2bNnQAVTu3fvdn7Qbdmypbp166YWLVronnvu0bBhw/wymHLPZeZ+Xz3++OP6/fffFRMTo7Rp0/rtcyVJc+bMcS4uExQUpJ07d+q1117T4sWLFRISIsn/jpWlq/uJt99+Wx07dlSfPn00ffp0xcfHO8/hU089pZYtW+rChQv66aefJPlHn4RSySwoKEi//PKLunTpotq1a+urr75SxYoVNW3aNHXq1EmSfwUcn332mU6ePKl06dJJkkaPHq0JEyZo165dkq72W7BgQf3yyy9yuVx+dyCbMLQ5e/asYmJilDt3brVv316lSpXSzJkz9e2330ryr+fNzT1s9e2331Z0dLTy5cun4OBgZc2aVZMnT9b58+c1ePBgbdy48brJ6/3JX3/9pU8//VRdu3ZVt27d1KFDB+3atUsvvPCC80Hkry5fvqy77rpLjRo10pEjR1S7dm299NJL6tmzpyRp06ZNkvzvVL40adIoXbp0unjxogoUKCCXy6Xq1asrLCxMvXr1kiQtXrxYGzduTOFKEydNmjQ6dOiQXnnlFbVs2VJvvfWWs7+YOnWqzpw5o7Zt2+qRRx4JiGAqTZo0evHFF9WlSxfFx8fr3XfflSSlTZvWb78gu39BXb9+vQ4dOuQsL1GihMqXL6+5c+cqJibGLw72bsb9q/93332nxx57TJL04IMPqnHjxgoLC9PixYv16aefSpJf/aJ86NAh9e7dW+PHj3eOVySpevXqqlWrli5cuKD+/fvr0KFDftVXwi8eEyZM0KpVq3TixAlJV0erP/fcc/r555+d95y/vTbdz8WePXt08eJFZ3mJEiWUL18+rVixQpL/nZ54o+fhP//5j9q0aaNy5cqpTZs22rJlixPo+KOE89K5X6MPPvigevToocyZM/ttMOWuMzIyUkOHDtWECROcOeokqVixYmrQoIGyZMmijz/+WCtXrkypUr3mcrlUvnx5vfLKK2revLlGjx6tgwcP6oEHHtD+/fs9nkt/Ymbas2ePZs6c6TGNQM6cOZUnTx5FRkZq8+bNOn/+vN/1FxcX5+wnK1WqpKpVq+qDDz5w5m9zCw0NVfv27fXVV1/p559/9os+/eeT2E+5XC5NnTpVHTt2VMOGDXXXXXdp4sSJKl68uNasWaO33npLkn8EHOvWrdO3336riIgInTp1StLVKyyNHz9ePXr0UNeuXXX48GHVqFFDRYsW1fDhw2VmfnPA5w5hlixZotatW6tRo0aqWrWqZs+erf/85z9q27atsmfPrmnTpmnu3LmS/Osg3S179uzauHGjfvnlFx07dkzS1d7vu+8+TZo0SdHR0erZs6dfX7r+8uXLunTpkl5++WUdPnxY4eHheumll5yrJ65cuVKnT59O2SITyX1AtHz5ci1ZskR33HGHrly5oiVLlqhhw4Z68cUXndBm165dGjNmjBMS+5OE+7+vvvpKdevWVdmyZZ3ezp8/r++//147duzwiy8k8fHxWrJkie666y5ntFCaNGk0atQoffTRR7p48aIef/xxtW7dWo888ohmzZrlXK3IH7hfl1FRUTpx4oTOnz+vzJkz6+WXX1aPHj20du1a5/0WHBzsVyOmEn5Z2rFjhxo2bKhu3bqpf//+OnnypMxMZcuW1c8//6yLFy/61ResawUHByskJETHjx/3CHwfeOABNW7cWCVLltTMmTM1ZsyYFKzSew8//LDCwsJ05513asmSJR5zpFSvXl2vvvqq/vzzT3300Ud+89pMeDy1c+dO7dmzR507d1bnzp01fvx4xcbG6vXXX5ckjRo1SpL//DiRcP+/dOlSVa1aVd27d9eXX34p6err8fnnn9eUKVNkZn51eqL72HLNmjUaMGCAevXqpRkzZki62te7776rkiVLqkmTJtq6datf7k/cPa5cuVKDBw9Whw4d9MMPP+jIkSN66KGH1LNnTyeYSjj5uT9wfy/49ddfVbJkST366KNatmyZ9uzZ46xTrFgxNWrUSEFBQRo3bpyio6P94jlMmzat3n//fTVs2FD33XefNm7cqDlz5mj79u1699131aBBA40ZM0bz58/Xvn37FBUV5Rd9BQUF6emnn9bnn3+u7Nmza8eOHVq7dq0kadCgQapVq5Z+/vlnLViwwCNg9Afufd+gQYPUtm1bXb58Wffff7969uzpMdelmSksLEytW7fWsmXLFB8fn/qfO0Oymzx5su3atctcLpdVrlzZevXqZZcuXbIPP/zQQkNDrVWrVildYqLExsba999/b3Xr1rXmzZvbqVOnzMzsjz/+sJ9++smqVatmNWvWtJYtW9q7775rjRo1smPHjpmZWXx8fApWnng///yzPffcczZ27FiLjIy07t27W968eW3VqlVmZrZjxw7r0qWLVa5c2ebNm5fC1d66w4cP2wsvvGCNGze2AwcOeNwWFRVlderUsUOHDqVMcbfg2tfXvn37rE6dOrZ+/XorXbq09ejRw65cuWJmZrt27bKePXvali1bUqLUW7J27VorUKCAfffdd3bs2DFr2bKl5c+f3zp27Oix3qBBg6xBgwYWFRWVMoV6wf2cuVwuu3Dhgl2+fNnMzPbs2WNly5a1cuXKeaw/bNgwK1OmjP3xxx8+r/VWuVwuGzNmjFWqVMlGjhxpX375pRUpUsSWLVtmZv/3b7B3715r06aNNWvWzM6ePZuSJSeKu+6FCxdalSpVrHz58lakSBH77LPPnP3Gt99+a8WLF7eIiIiULNVrcXFxzn8fOXLEzK7u92fPnm2lS5e2WrVqWUREhO3du9eqVKliAwcOTKlSb8mNPosjIyMtIiLCqlWrZl9//bXHbX/99ZeNGDHCIiMjfVXiLblRX/Hx8TZ+/HirWbOm9ezZ006ePOlx+/z58+3w4cO+KvFfSfi67Nu3rxUvXtzi4uJs5cqVNnbsWCtUqJA1adLE3nvvPevXr5+1b9/ezp8/7zfHXm79+vWzsWPH2g8//GAfffSRFStWzF599VUbPXq07d2718LDw238+PEpXWaiREdHO//9008/WeHCha1du3bWu3dvCw0NtY8//tguXbpkZlc/K95++20LDQ2133//PaVK/ld++ukny5cvn/Xs2dPatm1rderUsYiICDt48KCZmR09etTat29vVatWte+++y6Fq/1n7vfO7t27LW/evDZ37lwzM/vhhx+sQYMG1q5dO9u1a5fHfVavXm1Hjx71ea1JaefOnfb888/bO++8Yx9++KE1a9bMChUqZMWLF7dq1arZhQsXUrrEf+R+7uLj4y0qKspq1qxpr7/+uq1du9ZZp3PnzlahQgWbPn26nT9/PqVKvSU//vij5cuXzzZv3myXL182l8tlw4YNs1y5ctm0adM89vtz5syx6tWre+yPUitCKR+aMmWKNW/e3Fwul5mZffPNN/bKK69Y7dq1nYPf1ComJsb571mzZlmdOnWsTZs21x3k/fDDD9anTx975plnLDQ01D799FNfl5po7oMBs6sHfLGxsdaxY0cbPHiwmZkdO3bMKlSoYD179vS437Zt26xHjx5+Edq4d0yHDh2yzZs3W2RkpBNYHDhwwAoVKmTNmjVzgin3+gkPgFM7d81r1qyx7777zvm7QYMGFhoaau+++67H+h9++KHVqlXLjh8/7vNab8XRo0dtxIgRNmLECGfZwoULrWTJktalSxdbtmyZbdiwwT744AN7/vnnbceOHSlYrXd++uknq169ulWoUMEGDx7sBIWzZ8+2fPnyWf369a1Tp07WoUMHK1SokF8drLtfh1FRUTZ69GirUKGChYaG2po1a8zMnJDUbd++ffbXX3/5vM5btWLFCsubN6+NGzfOli9fbqNHj7by5ctbz5497ciRIxYTE2Nz5861vHnzWq9evVK63ERJuN8bMWKEtW7d2jZu3Ogsu3z5sk2fPt3atWtnhQsXtqJFi1r16tWdz8HUHgC461u/fr1NmjTJ+vXrZ5s3bzazqwFcRESE1alT57pg6trXamrj7mvt2rU2YsQIGz58uPOjUXx8vH355Zf26quvWo8ePZwf0/zV8ePHrWfPnrZixQqP5UeOHLFJkyZZkyZNLDQ01EJDQ23x4sUpVGXiJXzPbNu2zYoXL27r1q1zlp09e9aGDh1qzZo1s2effdYKFSpkbdq0SYlSvXL06FGrVKmSnTx50iIjIy0sLMx5Xx0/ftyef/55Cw0NtV69ejk/yBw/ftwiIiJs3759KVn6LdmyZYuVKVPGpk+fbmZmJ0+etPz581u5cuXszTffdELtw4cPW+fOnf0mDN64caPNnz/fPvzwQ4/l3333nTVq1Mjatm1ru3fvTqHq/p2E+/Vrj/nbt29vH330kfP3mTNnLDIy0i++97gl3Lf88MMPVqdOHXvrrbeuC6YqV65sU6ZM8YuwzW369OkWHh5usbGxHsv79+9vefLksTlz5ng8v5999pkTDqdmhFJJyP0G2Llzpy1atMj279/vcXufPn2sSpUqzt8ffvihffTRR6n+jZDwjT1+/Hh76623rHz58hYaGmqtW7e+Lpgyu/oB1a9fP6tXr579+eefviw3UT7//HPr2bOnx4iSmJgYq1u3rq1evdrOnTtnxYsX9wik5syZ47yp3QcRqZn7efvxxx+tdOnSVqpUKStZsqQ1adLE1q9fb2ZXg6nChQtbq1atbO/evdfdN7Vz1/nDDz9Y4cKFrVevXs777ujRo1arVi2rXr26LVu2zH744Qf74IMPLH/+/H4R3MTFxVlkZKSVKFHCihYtel3AO2fOHGvWrJnly5fPqlWrZq+++qpf9OW2d+9eK168uH355ZfOCK8WLVrYpk2bzOzqfrRLly7WpUsXGzZs2HX709QkPj7+piM1zDyDqSFDhji3p/Yv+zfiPnjt1auXvfnmmx63fffdd1a6dGkbN26cmV39Qjl//vzrRmOmdoMHD7bixYvbvHnz7MSJE2b2f327n9PFixfbsGHD7Nlnn7WJEyemWK3ecu8rW7dubW3atLHcuXPbsGHDzOzq50FERITVr1/fJkyYkMKVesf9y3HTpk2tXr16Fhoaat26dbNz586ZmdkXX3xh9evXt7feestvg6mZM2dawYIFrWbNmnb48OGb/oi0YMECa9OmjbVq1covRl6aXX1+PvnkkxvuH+Pi4iw+Pt5mzJhhHTt2tLx586b6kepHjhyxMmXK2Ntvv23ffvutjRw50syuHpeULl3aevfubfPmzbOcOXPasGHD7OLFi2bmXz8IJrRs2TLr0aOHmV0deVm2bFnr2bOnTZw40QoVKmRdunRxjjGv/SKdWsXGxlqtWrUsNDTUmjdvfl3dc+fOtaZNm1rjxo09jp9Ts4MHD9rUqVM9BhokPHZx/3dERIQ1adLEzPzvOMXdw7V1//TTT/bKK69cF0y1adPGatWq5Tf7SrOrI9Hz5Mnj/JDp7nXVqlXOjxILFy509if+cPaEGaFUklu4cKE999xzVr58ecuVK5d9/vnnTrL8888/W5kyZax58+bWuXNny58/v9/syMzMxo4da/nz57elS5fa1q1b7eOPP3ZO13Mf5CXc0W3evNmKFi3qnPqWmsyaNctCQ0Ptww8/9Hizvvnmm9a6dWvnoMEdPl24cMFef/11Gz9+/E2/gKa0Gx2grl+/3p577jmbPHmy/fHHHzZv3jxr3769lS1b1jZs2GBmV0+/DA0Ntfbt23s8f/5i8+bNVqhQIZsxY8Z1Bw0HDx60Ro0aWfny5a1ixYrWtGnTVB/cXPva+uKLLyxfvnzWqlWr636lOnv2rP3xxx927Ngxv/hATdjbjh07PEbQLFu2zFq0aGHNmjXzOGDwBzf7YSHh6/HChQs2evRoq1SpkscpX/7yJcT93LkPgrp06eKcPpowpP/444+tRIkSzpcsf7Nq1SorWbKkM0IqJibGjh8/bmvXrr3u1NErV67Yp59+aq+99pqdOXMmVX4uJLRnzx578cUXbcaMGWZ29bUXGhpqI0aMcGo/ePCgtW/f3po1a2ZnzpxJyXIT7fDhw1a6dGmbMmWKmV19ra5evdoKFChg3bt3d5aNGDHCmjVr5kwr4E/i4+Ptl19+sUaNGlmBAgWc0fUJ9zEJ9yULFiyw0qVLp/rTLs2ujlpv3769hYaGWtu2bT1uu/Y9FRUVZT179rR33nnHYmNjU+3+88qVKzZmzBh75ZVXbNasWbZlyxa7fPmyNW/e3CIiIuzKlSt28uRJK1OmjIWGhlr//v1TumSvuJ8X934+Pj7eDh48aFeuXLHWrVtbt27dnHWrVatmxYoVs4iICLt8+XKq308mFBUVZS1btrSiRYva1q1bzczzNTljxgx7/fXX/eKUvQsXLtiLL75ooaGhVqdOHRs1apRt27bNYx33Z/m8efOsVq1afvd8uWtdsWKF9ejRw7p162ZDhgxx9pOLFi26YTCVWkepJ9y/JfzvCxcuWL169axt27YeAz92795tffv2tdmzZ/tN+JsQoVQSiYuLs3PnzlmzZs1s2rRpdubMGZswYYIVL17cBg0aZH/99ZdFR0fbrFmzrEWLFta+fXvbuXNnSpedaBcvXrRWrVrZxx9/7Cy7cuWKzZw508qXL29t27Z1DmATvhHCw8OdA8XUYP/+/R473dDQUBs4cKBzKteiRYusYsWKVrVqVY/7DRs2zMqVK5eqD/CuHc5vZjZmzBhr2bKlx7Lt27fbG2+8Ya+//rqdPn3azK6e3peaR6L8nf/973/WrFkzu3TpkvPau/YXkkOHDllUVJTzq3lqt3nzZo9TaMaPH2/Fixe34cOHexz8+OPBwqpVq2zEiBH24Ycf2jvvvOOxzrJly6x58+bWsmVLW758+XX3TY0mTpxo4eHhduXKFY+DBvdr8c8//7SBAwfauXPnnBFT1apV85tT2hL6/vvvrWDBguZyuWzkyJFWsGBBZySRO9CeN2+eVatWzW/ea9f65ZdfrGbNmnbs2DHbtm2bDRkyxMqVK2elSpWyRo0aXXeqxuLFi61ChQp+Mfpm7dq11qBBAzO7erpoyZIlPU5vdofeBw8eTLXBzWeffeaMpnTbu3evlStXzpnfxf0+XLFiheXKlcsWLlzorOsPz5PZjcPqK1eu2Nq1a61y5cpWqVIlZx6UhMdcCfeVZcuW9eg9tbjR/vyvv/6yPn36WN68eZ1jmRuN4DAz++qrr+zll19OdXOkuI+n3M6cOWNVqlRxTjc8efKkVatWzZlT8Pz589azZ0+bP3++X/1A7X4ufvnlF/vwww+dkfdmV09BfPnll23BggVmdvX99uabb9rnn3+ear/4u7n7OnfunPM/s6vPY3h4uL300kvOcXLC16O/fNbFxcXZsGHD7JtvvrFZs2ZZz549LV++fDZs2DD78ccfPdbdtm2b5c6d26++p7otXLjQ8uTJY927d7c2bdpY+fLlrUKFCs73tx9//NHq1KljLVu2dH6cT40SfgZ8/fXX9u6779rbb79tX375pZld/b7asGFDa9iwoa1evdrWrVtnLVq0sNatWzv387dgyv8uHZbK2P+fyf7ixYu64447lCNHDpUqVUr33HOPXnvtNb3xxhv67rvvNHHiRJ09e1Y1a9bU2LFjNXjwYIWGhqZw9YmXMWNGSdKBAwecZcHBwQoPD9ezzz6rRYsWqVWrVjp37pzSpk0rSZo9e7b279+v4sWLp0jN1/r222/1+uuva9myZYqNjVWlSpU0bNgwjR8/XuPGjdP58+cVFhamKlWqKC4uTo0aNdKAAQPUoUMHff311/r444/1yCOPpHQbN7RixQp17dpVUVFRHlcmu3Llig4ePKjz5887y3LlyqXSpUtr+/btiomJkXT1SkVPPPGEz+tOCvv379fBgweVIUMGpU2bVvHx8c7VKdxXoXv44Yd13333KVOmTClZaqJER0dr3Lhxmj59uv73v/9Jkpo0aaLXXntNM2fO1PTp052rJvrL1Wuk/7uCTfPmzbVs2TLNnj1b33//vcflk0uVKqXXXntNZ8+e1TfffKPo6GjnvqnVc889p6FDhyo4ONh578XGxipt2rQ6fPiwXn31VcXGxurOO+/Ufffdp9q1a6tMmTLauXOnoqKiUrj6f5bwM27t2rVq27atsmbNqiZNmihnzpxq2LChjh8/rnTp0kmSNm7cqIwZM6bq58zN3ZsluCJNSEiIdu/era5du6px48aKiopShw4d1KdPHx0+fFgul8vjMSIjI3X69OlUeUVId1+//PKLDh8+rIsXL+rEiRM6fPiwWrZsqZIlS+r999+XdPUzZOTIkTpx4oQee+wxPfDAAylZ+k399ttv1+3Hg4OD9eeffyoyMtJZFh8fr3z58ilHjhw6fPiwszxLliy+KvWWxcfHO1fZW7Jkib755hvNmDFDf/75pwoWLKi+ffvqjjvuUKNGjXThwgWlTZvWuYKg+303depUnTx5Ujlz5kyxPm4k4SXmzcw5BnnwwQf1xhtvqEKFCnrjjTe0ceNGj6vQJdyfnD17VleuXHE+H1KDyMhIVaxYUW+88YaioqJ06dIl3XPPPerXr5+WL1+uL7/8UhkyZNCBAwe0Y8cO/fXXXxozZozWrVun4sWL68knn0zpFhItKChIP/30k9q1a6c777xTmTNndm6Lj4/XXXfdpU2bNmnv3r2aNGmSDh06pDp16ujBBx9Mwar/niW4+nanTp1Uq1Ytvffee5oyZYruueceffnll8qUKZPatm2rgwcPerw2/eG4Urp69d9HHnlEn3/+uUqVKqX3339fY8aM0fnz59WtWzd16tRJixYt0pkzZ/Tggw8qR44cfrG/TOjkyZMaMWKE2rdvr/79++uzzz7TxIkT9cADD6hFixYyM1WoUEFNmjRRTEyMsmXLltIl35T7M2Dw4MH65JNP9NBDD+mhhx7SF198oS5duqhs2bJq2LChkze88847On36tEaMGCHp6mva/X3cb6RQGBZQfvrpJ6tTp46VKVPGypQpc92veF999ZWVLl3a+vTpk6pH2rjd6Be6uLg4GzlypIWHh9uGDRs8RqKMGzfOmjZtaoMGDfK47+7du1PV6JszZ85YvXr1rE6dOrZw4cLrRkz169fPoqOj7eLFi7Zo0SLr2LGjtW7d2vr165fqf8WKiopyRiwkfI39+OOPVrFiRfvhhx88Jnb//fffrVy5cqm+r8RYvHixVaxY0ebPn+8xUio6Otrefvtt++GHH1K4Qu8dPHjQOnXqZA0aNLBp06Y5y8eMGWOlS5e2gQMHpvpfHc08f02MioqyiRMnOhOhrlmzxtq3b2/VqlW7bpTfb7/9luov/nCtjRs3WsWKFZ334dmzZy0sLMy6d+/ucSUYs6u/Ht9oLr7UasuWLfbyyy9bo0aNPE5/3bZtmzVs2NAKFChgzZo1s2bNmlmBAgVs+/btKVht4iT8rDp9+rRdvnzZGXmxfv16Gz16tC1atMg5LTY6Otpq1KhhS5cuNbOrz+XZs2dt2LBhqfqU4HXr1lloaKh9++23du7cOWvYsKHlypXLOb3G/ZocNGiQvfbaa6n2dXnt6JrVq1fb+vXrnRF6ERERVrt27etO/a1Tp45fzfmV0KBBgywsLMxat25tVapUsVq1ajlXAFu1apXVqlXLatWqdcORGosWLUp1EzAnfM9NnjzZOnToYM2bN/e4ml5UVJS9/fbblj9/fucU2oTPvfsqdantohcHDhywggULWmhoqDVr1swmTJjgjNzr37+/1axZ0/bu3WvTp0+30NBQK1eunL3wwgupro/EOHDggJUrV87j2CShESNGWKVKlax48eJWsmTJ604RS62WLFliefPmtS+++MIWL15sffr0sdDQUGfi/ZMnT1qdOnWsePHifnUVYDPPETMdOnSwDz74wPn7jTfesPLly1uTJk3s1VdftaJFi9qKFStS9TxE7n3CtVMnHDlyxEqVKnXdaMtDhw5ZuXLl7PPPP3fW9Ycr7q1fv94qVKjg7AvdV7i89mIku3btsj/++MPZx/rbCCk3Qql/adeuXVawYEEbOnSo9enTx4oXL25vv/32dUMex48fb5UqVXKuvJdaJTxoWLFihf3444+2ePFii4mJsQsXLliNGjWsfv36tnz5cjt//rxduHDB2rZta2PGjPGYXC41nW6zYMECJ3xxH5TXrl37psGUvwzFvZGDBw/as88+60yqaWbWunVrq1Chgs2bN8+ioqLsypUrNnDgQKtUqZLfnMpg9n8fLvv27bMtW7Y4BwVRUVHWoEEDa9q0qXOZ4VOnTjlz26T2K04knAw7ocjISHvzzTetYcOGTpBjZvbJJ59YpUqVUvUBw7fffuvx965du6xAgQL28ssve5yWt2HDBnvrrbesSpUqtnLlSl+XmaQ2btxo1apVs6pVqzr7+bVr16aqfaE33HVv27bN5s2bZ3Xq1LHnnnvOeT+5b4+Ojrbx48fbgAEDbNiwYX5x5aiEn3NffPGFvfbaa1a7dm175513nLDX/dlw+fJlO3PmjDVv3txq16593anBqW0ePvek0GZXvzx+9tlnNnbsWDO7+tk8bdo0q1atmr399tsWFRVlW7dutcGDB9vzzz9/3eXNU4OE75+E/9avvPKKFS9e3DlYX7t2rb3++utWs2ZN+/77723t2rU2aNAgK1y4sN99gTS7eiGLEiVKOFdH/OqrryxPnjzO6Xjx8fG2du1ae/HFFy0iIiIlS/XakCFDLCwszAYOHGhjxoyx0NBQGzp0qDM/UVRUlHXp0sVCQ0Nv+JpMLaftuV+b7i+AEydOtP79+9uwYcOsV69eVqtWLfv5559t8+bNVrFiRee4bPv27bZixQq/+GFpwYIF112oYvPmzVa2bNm/vTjOzp07bfXq1X4x15LZ1XCjffv2NmbMGDO7+hosUaKEvf/++x7rnTx50ho3buwX+5Q//vjDpkyZ4uw33a/TyZMnW6tWrczsaphfrFgx53N948aN1rt3b7/4wdrlcllYWJjHqYfx8fH28ssve8zbaXb1s6Nhw4bWr18/X5fplWsvqLJgwQJnOpmffvrJ8ufP7wRS586ds0WLFt30MfwRodS/sHPnThsxYoR98sknzrLZs2dbeHi4vfPOO9d9mPrLpKFmV68+VKpUKatfv74VL17cmjZtar///rudPn3aateubdWqVbPSpUtb1apVrWLFis7OLrV9AVu7dq3VrVvX48P/n4KpDz/80GM+jdTWk9n/7XQSHqS7f+EePny4FS5c2EaNGuXc1qZNG3v55ZetWLFi1qBBAytcuLBf/kL3448/WsGCBa1s2bKWN29eZ76yo0ePWqtWreyll16yIkWKWJ06daxYsWJ+0+PmzZutadOm183/cfDgQWvZsqVVrlzZZs+e7SxPraMZzK5OphwWFuYx+eKePXssIiLC8uTJY99//73H+hs2bLDOnTtbyZIlbc2aNb4u95YlnBjaPRfP5s2brX79+vbyyy87wZS/XbkmoaVLl1rp0qVt2bJltnz5cnv55ZetevXq1x3k+quhQ4da0aJFbdq0aTZ16lSrWbOm1axZ0/m8uHTpko0cOdLq1KljtWvXdvpOjc/pjBkznADD7Oo8Sw0aNLASJUp4hNqXLl2y8ePHW82aNS137txWuXJlq169eqoc3ZZwZKFbwgnnX331VStfvrwzOn39+vXWs2dPy5Mnj7388stWpUoVv/kMuHY05bBhw5ywaf78+VagQAH76quvzOzqL/zu/ev27dtT5evxZubNm2flypVzwsTly5dbrly5LGfOnPbuu+86I7pPnDhhI0aMSNX7mGtHWqxevdqaN29uy5Yts0uXLtnkyZOtYMGCNn78eGvWrJkVLFgwVY+qTCg+Pt527NhhFSpUuC5YWrBggeXLl88ZRXrtBY4S7odSs4TH9hcuXLCqVavasmXL7NixY1aiRAnnaoJmV1+37r784Ut/VFSUFS9e3IoXL26jRo3yeI4uXrxopUuXtsKFC1tYWFiq3PcnxuXLl61bt26WL18+W7JkiZld/WweNmyY1alTx2bNmuWx/htvvGGDBw9OtRerSrivc0+qv3r1amvbtq3Nnj37uhFSK1assJ49e/rFGViJRSh1i06cOGHNmjWzwoULW9++fT1umzlzptWsWdN69uzp8QGUGt8EN/LNN99Y8eLFnR3w+PHjLXfu3B6TM/7888/2xRdf2JQpU246uXRq4R5RsmfPnn8cMTV//nwLDQ21jz76KNV/8Pzxxx/22WefWWxsrM2bN89y5cplp0+fNpfLZaNGjbICBQrYZ5995qy/fPlymzJlik2fPt2vdmIJr/r18ssv2zfffGPbtm2z0aNHW2hoqH366admdjX03bx5s40ZM8bmz59/3ZXqUoOEv4K4+zp9+rQdOnTIatWqZa1bt3Y+XN127NhhBQsWtEqVKtn//vc/5/6plfuiD2bmcbCzd+9e69Kliz333HPXna63du1ae+edd/zmden+9//xxx+tQoUKNn78eHO5XBYfH2/r16+3evXqeQRTqfmL1bXcvZ04ccI6d+7snPoUFxdnK1assCpVqlidOnU8RhJde19/sGjRIqtSpYoTaCxevNjy5ctnZcqUsQoVKjjB1IYNG+zTTz91nsPU+FweOnTIGjRo4BEuRUVFWd++fe2FF16w9u3be6zvPr155cqV9scff6TqUZdRUVFWu3Ztmzhxoi1ZssRCQ0Ptl19+cW4PDw+3cuXKeUybcOTIEfvrr7/8aiSwm3uf0b9/fxs1apRt2LDB8uXL5wRScXFx9r///c8mTZrkccyVGo+/4uPjr6tr9uzZNnnyZDO7emGL559/3qZPn24LFy60nDlz2uDBg687JSc1vueOHz9upUqVsmHDhnn8APPpp59akSJFnP3H2rVrrXv37taqVSsLDQ211q1bp7qzCf6O+8f03bt3O8fPFy9etHLlyjlXX03o/ffft08++cTjcyG1Sfj6Wr16tdPXW2+9ZZ9++qmVKVPGevTo4TxHLpfLIiIibPbs2an+e4Hb3r177YUXXrCKFSva66+/biNHjvQIpqZPn25lypTxGLme2t3owgfR0dH2/vvvW548eWzx4sVmdvVqrG+++abVrl3bevfubQsWLLDevXtbgQIFUu1I7vnz59uwYcPMzKxfv35Wo0YNu3Dhgh05csTCwsIsNDTU4zT06Ohoa968ub399tt+sy9JDEKpf2H+/PlWt25dK1u2rJNqus2ePdvKlCljffv2TdU75xvp27evDRgwwMyu/jrw/PPP29SpU83saiB1o9PbUuMBUcIDGZfLZZUqVbLu3bvfNJhy77B//PFH27NnT4rU7I2pU6davnz5rH379pY3b17nMt9mVw/k3cFUwnOo/dXy5cttwoQJ1rt3b4/X2tSpUy00NNQ+++yzVHcazc3s37/fGbkwf/58q1KlisXGxtq2bdusUaNG1qJFC49gaseOHdasWTN75513Uv08S9fOIVWoUCGPS3zv27fPIiIirFChQtcFU6nllIzEWr58uT377LM2ZcqU607LXr9+vdWvX9+qVq3qXNnTn7iv4lK7dm1nRIPZ1X3qb7/9ZtWrV7d69er53WdbQitWrLBBgwaZ2dURYYULF7YpU6bYypUrrXDhwlazZk07fPiwx31S4+ec2/Lly61169YWHh7u/KB0+vRpGzJkiFWuXNmGDRvmcYq9vzhy5Ih99NFHVrJkScubN6/NmzfPzDz3F+Hh4Va+fHnbsGGD33wOuC1atMiZ7mHw4MHOF5Pvv//eQkNDLTQ01ObPn++sf/78eWcOz9Qu4Qibb7/91vbv329nzpxxroZbs2ZN59TSgwcP2gsvvGChoaEeo7xTqzNnztiIESPs+eeft8aNG3vMi9WtWzfr1q2bM5LoxIkTtnLlSmvVqpXfXM0s4dw0x44ds+LFi1tERIRz/Dxz5kx76aWXrG3btvbXX3/Z5s2bbejQoVaoUKFUffx87NgxK1u2rG3fvt3mz59vefLkcYKZiRMnWmhoqDVu3Njjs23o0KFWoUKFVPlD598ZP368VatWzTp16mR16tTxOE7etm2bFStWzJlqIbWHbe76zp075zE/rtnV0b/vvfeex+nNf/75p3322WdWtWpVq1y5stWvXz9Vj1KcNWuWhYaGWv369a1AgQIetW7evNmee+4569Spk82ZM8cWLlxor732mvPdwcy/fhD8O4RSiXSzJ3zhwoXWqFEja9269XXB1Ny5c/3ml3+z/5sL6o033rBvvvnGtm7d6vEL3ZUrV2zChAk2d+7cVL8DS2jRokV25swZ+/rrr61WrVrWp0+f64KpunXr2rx58/zugLZHjx7Or2/uAyA3dzBVuHBhj1NM/dGQIUMsNDTUKleufN1ll6dOnWq5c+e24cOHX/dhlRqNHz/eQkNDrWfPnhYaGmozZ850bksYTM2aNcvOnz9vw4cPtx49elz3/KZG7v3k6tWrbdmyZbZo0SIrUqSIde7c2Vln7969FhERYUWLFrWff/45pUpNNPe+LuE+7/Lly/bmm29eN0o2YRC+efNmq1y5sr366qse8/z4gz/++MNeeuklCw0NdX6QcLty5YqtWLHCSpcubc2aNUuhCr2T8ABv4sSJzhfDEydOWHR0tDVq1MhGjBhhZld/Ra9Vq5YT+Jul7gO+hAHTkiVLrH379larVi2nx1OnTtnAgQOtdu3a9tFHHzm9+NNn+M8//2yhoaFWtGhRmzRpkrM8YTD16quvWuHChf3m1CGzq6Fhq1atrFChQta1a1fLmzevM9ItPj7eBg8ebHny5LFly5bZX3/9ZXv37rVmzZpZzZo1U+XooYS2bNliuXPntjVr1tjgwYPthRde8PhSv3PnTqtYsaLT79GjR6137962bt26VN9bQnv27LH27dtb+fLlrWHDhrZv3z6bP3++devWzX777TePdVPzfuRa19Y6e/ZsK126tPXq1cv+/PNPi4mJsR9//NEqVarkTKlQuXLlVH+6bGxsrHXu3NkKFSpkuXLl8pgWwczso48+sty5c1vfvn2tX79+FhER4TcX73BzB2qbN2+2t956y9auXWsDBw608PBw++yzz5zbhw4dasWLF/cY6ZeaHThwwCpXrmx16tSx2bNnX3f8+P7771vu3Lmvmwbj1KlT142+TI3q1KljoaGh1qtXLzO7+h50f06vWbPGwsPDrXTp0lanTh3r2LFjqp5O4FYRSiWCe+e8efNmmzBhgk2aNMljUt558+ZZkyZNrHXr1n5zlQmzmx+UTp482Z599lnLlSuXc6UXs6sBTpMmTZyDd3+wefNmCw0NdUYRTZkyxWrUqHFdMFWtWjVr0qSJX1yNIeHBwocffujMxzNs2LDrRtK4XC4bNmyYlSxZ0k6ePOlXB0XXcp+u5z6FLaEvv/zSChcunKrnWkqoffv2110By/3cbN++3Tp27GjFixd3rtCT2g+IEr6uVq1aZc8++6wtXrzYLl++bEuXLrXnn3/eI5jat2+ftW/f3sqUKWMXL15Mta9L9z7y0KFDNm3aNNuyZYtzW+3atZ194bUHBe5TN7Zs2eJ3v666HT582GrUqGF169a9blTblStXbPXq1X7xo8uOHTusevXq9sknn9gHH3xgoaGhHpO4RkZGWlhYmP36669mdjWo6tixo61YscIvghv3e+eXX36xTp062auvvmqhoaFWq1Yt54eykydP2sCBA61u3bo2YMCAVPt+u5b7fbVjxw5buHChjRgxwipWrOiMrjHzDKaaNm2a6i9sca3Dhw9byZIlLXfu3LZgwQIz+785eg4ePGi9e/e23LlzW8mSJa169erWsGFDv/gycujQIevbt6/ly5fPChYs6MzT6X5PHTx40HLlymUjRoywDRs2WIsWLaxJkybXTR7uD06dOmVLly61GjVqWNmyZW3IkCHOFB7+yP0crF271iZPnuy8zubPn28lSpSwnj17Op9r8fHxtmrVKtu9e3eqv5CTmzvkzpcvnxNiJ9wnuq8MWb9+fevbt2+qHvnlFhkZaZMnT77ulOWmTZta165dLT4+3vr162e1a9d2TuVbvXq11apVyy9Gc1+5csU+//xzy507t4WGhlrz5s2tcOHCVq9ePYuIiLBNmzbZgQMH7P+1d+cBNWfvH8Df2ffZDDNmY4y5KRKlUA2lhDCSimQrRIpKm2Rt7C1kRLZIM0Yh+xYjZM2SzJC0SVIqUWnT7fn90e9+vvcWs+vey/P65/vt3ltzrvu5n3POc855nqCgINLQ0FCKY4m1xxfr16+ntWvXUteuXSkoKEj43kn+t6SkhAoKCqigoEAp75N/BQel/oR07pDevXuTvb09mZubk7W1NW3dulV43dGjR8ne3p5sbGwUfgJJJPtliI+Pp7Nnz1JBQQGJxWJ69uwZzZkzhwwMDCgxMZEqKiooKyuL7O3tadSoUUrzJUhOTqbdu3cL1TQkJIEp6QoTxcXFdY5qKCLJ9Xjp0iWZ4ExYWBgZGBhQYGCgzJZ5SWejyDlDapNeya896Pb39yd1dXXav39/nd9ThkICku+di4sLTZ06lVRVVYVk7dLP5+bmUnx8PB04cEBhr8tXTWwfP35MW7ZsEfJ8SV73qsBUenq6TEEBRSP5LJKSkmjQoEE0c+ZMIa8eEZGtra1QwUb69dnZ2bRp0yalqKxEJFvV8sKFC5SYmCjcQ9LT02nYsGFkZ2dHly9flmcz/7GSkhJau3Yt9evXjzQ1NYWFI0k/VlJSQjY2NjR+/Hg6ffo0TZw4kSZMmPDKHXKK4FU7na5cuUIikYh27txJN2/epPDwcBo7diyNGjVKeL9Pnz6lhQsX0qRJkxS+P5C8x9rHQx88eED+/v5kamoqM/46dOiQUlTDkpD+7LKysmjChAlkY2NDBgYGMjulJBITEykuLo4SEhKUquT3tm3bSCQSUc+ePWVKtEvavnv3blJTUyMTExMaPXq0EGxTlqDpqyxdupTs7e3JwMCARCKRTJEBZSD5tz9+/Djp6OjQypUrZXaaHjlyhAwMDGjBggVKUaFNQvqeUlpaSr/++ivNnTuXtLW1Za5NaVVVVQod+JXIzc2lvn37kkgkokGDBtGOHTuERZb09HSaMGEC3b17l0pKSmjRokU0ZswYYUFNWRZyiWqO5AUHB5O1tTWtWrWKsrOzacuWLWRjY0MDBw4kPT098vT0JA0NDRKJRHTlyhV5N/m1pPsAyZE8SX8XHR0tBKZq9/PSlPk++ToclPoL4uPjSV9fX8h6f/PmTdLS0iIDAwOZY1H79++nmTNnKnzeF2krV66kfv36UY8ePWj06NG0d+9eqqqqotu3b5OTk5MwYPj+++/J2tpaKVboiGpuXqNGjaJevXpRaGgoEckOcCMiIsjCwoI8PT0VNvHd60gGC97e3jI788LCwoQdU0lJSRQcHEwaGhpKsW1VQnKTvXDhAnl6epK9vT0FBwfL5DFbvXo1qaur08GDB+XVzL/tdasaGzZsqBOYIiKF310j6SgLCgooMTGRbt26RS9evCCRSETa2tp1AsFisZjOnDlDurq6NGPGDHk0+R9JSUmh3r17k7+/f50g06+//kqGhoZ1SgyvWrWKvv/+e4Wf+BPJTkAMDAzI0NCQDA0NydTUVKiEmJaWRsOGDaOpU6cKA11lIblODx06RDo6OmRmZkbBwcEy/Vh1dTWdPHmSxo4dS8bGxjRp0iTheUULSBGRTEJvyf0kMDCQHBwcZF4XGxtLVlZWZGFhIVQCLiwsVPjdDJJr8uLFi+Tj40OzZ8+m4OBgoR/LyMiggIAAMjU1JT8/PwoKCiKRSKQUu/aI6i4IZmZmUllZGT148IAcHR1JT0+vzsJm7d0PinhdEtUtZ56enk6XL18mPz8/0tLSEhIRS/eDubm5dP/+faUKtr1K7d3Cq1evpp49eypV4EYiPj6eevbsSbt3737l88eOHSNDQ0Py8PCg9PT0+m3cPyC9m3TJkiXCEcOqqiqaM2cOaWtryyy67N+/X2k+t4qKCnr69Ck5ODiQjY0NjRkzhvz8/MjY2JgWLFhABw8eJDs7O6G4QHFxMXl7e9OECROUshBEVlYWBQUFkYmJifCeiGpSXxw5coScnZ1pyJAhJBKJKC0tTY4tfb3ap1309fVpz549MmPMffv2kZqaGq1cuZKSkpLIwcGBJk6c+FYGoqRxUOov2LJlC/n4+BBRzRdi4MCB5ObmRn5+ftS3b1+ZFbtXJQFXJNJlh+/evUsWFhaUkJBAGRkZ5OLiQqNHj6aIiAgh6HTu3Dk6cOAAXbhwQXhMGQYNxcXFtGXLFjI2Nqbx48cLj0sHprZu3Uq2trZKsXVV4rfffiMdHZ3Xrr7t3LmTjI2NyczMjPT19ZUqv4ZETEwMaWlpkbe3N23ZsoU0NTVlEmwS1UzCaieAVVSS79zly5dpzZo1tG7dOnrw4IEwCN+wYQN17dqVIiIi6Pnz5xQSEkKjRo2i4uJiheyAJO2+f/8+jRkzhuzt7YVk5hERESQSicjFxaVOUEYsFtPJkydpwIABSrGLqLy8nGbNmkWLFy+WebyyspLy8vLo+vXrtHnzZho+fDiNGzeOlixZQrNnzyYtLS2l2i1769Yt6tmzJ+3atYtycnLoypUr5O7uTt27d6f4+HgiqgkE9O/fn5ycnKi0tFSezf5Lak/aMzIyKCUlhdasWUOjR4+mgICAOv1YaWkpPXr0SKEnx9evXyeRSCQstEgEBwfT0KFD64w/Nm/eTCKRiExMTJQqtcDJkydJU1OTlixZQkuWLCErKyuZ4/WZmZm0ZcsWGjFiBI0ePVrh89hISN/PAwMDycTEhI4fPy4cQbx79y7NmDGDDAwMhM/LxcVFKRJ/1979Jb2wkpmZSfPnzyctLS2Z3abbtm2TmTgqarDtr6rdXyv6fKA2yb9/UFAQubi4EFHNDvS4uDjy8vKiyZMn0/Xr14moZjeHmZmZ0oyfT5w4QT169KCQkJA6ASdXV1ehoJOfnx/17NlTKYJtjx8/JmdnZ7pz5w7l5uaSu7s72dvbU0REBGVkZNDs2bPJ1dVVyMcnGZOVlJRQXl6enFv/z2VnZ1NgYCANGjSIfvzxR5nnKioqqLKyUimuy7CwMNLT05NZaCL63zz14MGDpKamRmZmZjRy5Eily3n8T3BQ6hWkJ5Hx8fFUVlZGCQkJVF5eTmPGjCFvb28iqpmU6ejoUPfu3WWOqygq6Q6/srKSMjMzydfXV3i8tLSUvL29ycLCgsLDw19ZDUsRd0hJ5+Mh+t/7LCoqooiICDI2NhY+MyLZwFTtpNmKLjo6miZMmEDl5eXC+6z9mVy7do3i4uIU9tjXH7l37x6ZmJgIyfVLS0upT58+pKqqSvb29jK72tatW6c0q1mxsbGkqqpKU6dOJU1NTbKysqJDhw4JE1/J5NHCwoJ69uypsBNIyfcsOTmZtLW1hXLY0p2lpCLihg0b6iRnr66uVpqdey9fviQbGxuZ1bhz587R0qVLSVNTk8zMzMjCwoKuXLlCnp6eNG3aNPLx8VH4/BMPHz4UPpfq6mqKjIyk8ePHy/QPT548ITc3Nxo5cqQwuHv48KFS7EaRfh8JCQl07949YYIsqUY3evRomWp0q1atkvncFHVynJOTQ+vXrycdHR2ZvEpHjhyhIUOG0IkTJ2T67bi4OBozZgzNmzdPKT47opqceqampvTLL78QUc11p6enRz179iRzc3MhMFVeXk4VFRVKcWy7tuDgYOrXrx9dvHixTuAiPT2dHB0dSVVVlUaNGkVGRkZKNRkJCAggIyMj0tPToxkzZgiT36ysLFqwYAF1796dNmzYQJMmTaKhQ4cq5JjyXSO9WE1UMx7p27cvHTt2jGbMmEFTpkwhBwcHmjp1Kuno6AjXrLIE3e7cuUP6+voyRWWISGaM7OvrS6ampmRubq6w46/aMjMzydLSkqZOnUrJycmUk5NDc+bModGjRwsVnHNycmj16tXCyQJF7dv+CumFoqdPn1JgYCCZmprKVBhX1IrAc+bMkTlF9fLlS3JychKqrT548IBOnDhBU6dOpRkzZgi5ETMyMujGjRsKvVj2X+KglJTa22979OhBx48fFx5LTEykYcOGUXJyMhHVDB4cHBwoNDRU4Y/bSPvxxx/JysqKBg8eTBMmTJB5ThKYsra2pvXr1yv0F0Cy20LSxri4OPrhhx/Iz89P2CFUXFxM4eHhNGLECGG3G5Hi3riI6nYa0j+HhoaSgYGBsFtB+pq9du1a/TTwDbp69apw1j0nJ0c4HnX37l3S1NQkDw8P4SiKopN8Nvn5+eTj4yNshS8pKaFp06aRtbU17d+/X7h+L168SPv371f4yWNhYSGNHTv2DyvPSUorb9y4UWkGrrUVFxfT4MGDydfXl1JTU2njxo1kampKzs7OtH37doqMjCRTU1MKCgoSfkfRJ1iVlZU0fvx40tPTEybz27dvp969ews/S67bM2fOUP/+/ZUm8FvbqlWrqE+fPtS/f38aOnQonTt3johqVv4DAgLIwsKCpk6dSvb29tS3b1+F7us2bdokBHMLCgpow4YN1KtXL5ljsg4ODjRo0CA6evSokCfE39+ffHx8lCpwc+7cOaGvfvToERkbG5OPjw+dPn2adHR0aOLEiUpRkESa9KQ/OzubRo4cSYcPHyaims/z999/p7Vr19KRI0dILBZTWVkZRUdH07Zt24TrUlGvT+nxycGDB2nAgAF06NAhOnjwIJmYmNCoUaOEXSe5ubkUHBxMI0aMIGdnZ4U+JvuuuXnzJkVGRlJFRQWlpKSQp6cn9e7dm7y8vIScS3fv3qWRI0cKwRxF3Mn9KmfOnKERI0ZQeXk5VVZW0r59+2jChAlkamoq7AgjqrnfKEOVY2np6elkZ2dHdnZ2lJycTLm5ueTm5kajR4+uU1lQmUnGVo8ePaJ169ZReXk5PX78mAIDA2nYsGEy4zBFU1RURC4uLjKLC2KxmDw8PMjBwYG2bdtGkydPpilTptDs2bPJ1taWrKys6izgKvr48r/AQalXyMnJoS1btlBISAgR/e/G+9tvv5Gurq4wuQwMDKTp06cr/Llc6Q5/7969wmB20qRJpKenRytXrpT5spSWlpKjoyP5+voqbKcTExNDIpFIOF5y+vRp0tDQEMold+3alY4cOUJE/wtMmZub0+zZs+XY6r8uJSWFAgMDKSsrS+YziImJISMjIzp58qSwIi4Wi0ksFpOzs7OwuqysiouL6d69e8L78fLyovLycqqurhaqSs2aNUtpVo6vX79OdnZ2ZG1tLXOU8tmzZ+Tg4EBWVlZ04MABpXk/RDU7RI2Njenq1auvDKBKrtfw8HDq2rUrBQYGKm1g6uLFi6SmpkaGhobCETfJClZlZSXZ2dnJJG9X1PultHv37pGFhQUNGTKEnj17RikpKTRs2DAKCwuTCV6kpaXRwIEDleYIsPS//e3bt8nQ0JCuXbtGMTExNH/+fOratauweizZRevu7k4eHh4KnSvxyZMnZGlpKRMczM3NFQJT0ke7ZsyYQWZmZmRoaEg2NjbUvXt3pQniS5Ms/Dk5OdGcOXOIqOb7ZmlpSSKRiMaNG6cU3zUi2euyoqKCCgsLycTEhA4cOECxsbHk7e1No0aNImNjYxo2bJjMzkwJRbwuazt9+jT99NNPMqkFCgoKaPDgwWRubi5zHKqoqOitrR6ljKqrq8nZ2ZkGDx5M0dHRQr9ee7f9ihUryMLCQqmC3EQ1gW5TU1OaP38+mZub0/Tp02n+/Pm0Z88e0tLSopMnT8q7if/K6wJT1tbWb0VgSnKPePjwIfXt25eWLl0q3D9ycnJo2bJlNHr0aIVM2l473cGuXbuEEx9Hjx4lR0dH6tevH4WEhAjVnbdu3UpOTk5K08f9lzgoVUtmZiaJRCLS0tKqk6w3Pz+ffH19SU9PjwYPHky9e/dWitwhEr/++itt2LBB2P1VVlZGAQEBZGVlRf7+/jKDg4qKijpJKxWBpE05OTk0b9486tWrF924cYPCwsKEgMzz58/rJMMuLi6mTZs20dixYxW64hdRzeDbwsJCqKSxYsUKIcBGVLMibmxsTEeOHKHCwkIqLCykwMBA0tfXV4pz8BKS6+rp06dUVVUlc+yktLSUrK2tZRJtLl26lC5evKiwyQtfJTs7m4YNG/bKKjxFRUXk6OhIQ4YMkfl8FZ3knPurqoBJlJaWUl5eHkVGRpK2trZCDhb+quzsbLp9+/Yrc2TNmjWLgoKC6hwhVkTSn1dKSgpZW1uTpaUlFRUV0cqVK2nEiBG0efNmysvLo5KSElq9ejWZmJgofGLs2nbs2EHBwcEyR+qfPHlCCxcuJFVVVTpz5gwR1Z0MK/LkWLKzNz4+XgjwPnnyhDZu3Ei9evUSFtCIao4Kh4WF0ebNmxX+Xim5JouLi+sErvPy8mj48OHCeEWyi/vQoUMyFWaVxd69e2nNmjVERDRr1iwaMGAAqaur04oVKyguLo7EYjHZ2trS2rVr5dzSv6+goIC6d+9OIpFI+N5J9+9Dhw4VEu6/KtUCq1+v6qvKy8vJzc2NzM3NKSoqSmY8dvPmTVq0aBH17t1bphKfopHuh4uKimTyCu3YsYOcnZ1p+fLllJSUREQ1i4OjR49W6Cptf9WrAlOenp40ePBgYVemMpB8fgUFBVRcXCzcIwoLC0lHR4d8fHzqXL85OTkKWVhm5syZMouyZWVlZGRkRIMGDRJORBQXF9fJ72Vvb0+enp713l5F8M4HpUpLS6mgoIAuX74sHAc7dOgQiUQimj17dp0LPTMzk3799VeKiIhQqhLEiYmJNGjQIOrVq5cwKCeq+UJIAlOBgYF1BuaKNGiQtCUlJYXWr19PmZmZNGfOHNLQ0CBzc3NhFZyoJrCzevVqUlNTE27IxcXFSpNDavPmzRQWFkZxcXEUHBxMvXv3JldXVzp06BARETk7O9PIkSNJU1OTLC0tSU9PT2mSvUqLiYmhkSNH0ujRo2n58uXCMdiCggIyMDAgHx8funHjBvn7+5OBgYHC70p8lZycHLKwsKAxY8bQhQsXZJ579uwZubq6KtXx3+vXr1P37t1ljjbXtn37dpo8eTIR1a0c9TaoqKigoKAgpQgES08upHfkrVixgkQiEY0dO5aKiorI39+fhg8fTt27dydLS0vq06eP0t1TCgoKyMHBgUQikZCgXjKAffLkCS1atIjU1dXpxIkTMr+n6AFFoppjv2ZmZmRkZPTKwJR0Xg1lEhMTQzY2NjRkyBDasmWLcC+sqKggc3NzcnR0pIyMDFq1ahWZmZkp/KLSq1RXV5OnpyeNGjVKeOzq1at1Jvi2trYyAUZF9arvS1JSEg0aNIhsbGyESZbkddITSiYfrxrLFxQUyDwuKe5hYWFBe/bsoYqKCsrKyiJ/f38aP368EMxRVJLrLSYmhmxtbcnAwIAcHByEDQa1r9vg4GAyNjZWqorpf0Q6MHX//n3KyckhX19fpRpfEtV8foMGDSILCwuaPn26MIY5f/68Qs1J/0xISAipqqrSpk2bhGOhBQUFwk516RhCcXExXbx4kezs7GjYsGHCXFwZxib/pXc6KJWWliZEkrt37049e/YkNzc3ysnJoZMnTwqrPsp2xvhVioqKaPv27dS/f/86JdmLi4spMDCQBg4cKCSYVjSSG9Hdu3dlqg/l5+fT4sWLSSQS0YEDB2Re+/LlS6FK27Fjx+TT8H/o8uXL1KtXL2E7Z25uLq1bt47U1dXJzs6OIiMjae/evXTs2DGKiYmhR48eybnFf9+9e/dIV1eXQkNDaeHChTRx4kQaN26ccEzl/Pnz1L17dxo4cCB99913Cj9BlnQeiYmJFBkZSeHh4cLRp8ePH5O5uTmNHz++TmBK2TqdnJwc6tu3L02fPl1me7/0+1ixYgWtXLlS5jjf22L//v3k5+dH/fr1U/hrMicnh2bNmkWXLl2SeXzTpk1CFc/vv/+eLC0t6fnz55STk0N79+6lkydPKkWhhFddW3fu3CF3d3fS0NAQvn+S1+Xl5ZGbmxuNHTu2Xtv5X5HkdBk+fHidwJSOjg4FBwfLuYV/z++//079+vWjgIAAWrFiBWlpadHcuXOFYM3hw4fJ1NSU9PT0yNDQUGkSEEtPnKR3d/fr148iIiJkXltcXEwpKSk0depUmcmIopJ+b4WFhTK73O7evUt9+/aladOmCbtjpXfDKcMxxLeR5DN7+PAhnTp1iohqvnsWFhYUExMj85mWlZXRtGnTaMCAAbR//34Si8WUl5en0ItL0jliY2NjSUNDg7Zt20Z37tyhJUuWkJqamsxi/PHjx2nRokWko6Oj8H3435Wenk5Tp04Vjnwr23fu/v37pKenR6GhobRx40YyNzcnExMTIdCtDEEp6XGJJL9qaGiocOy1oKCAzM3NyczMTEgHcfPmTXJxcaHZs2crfB7BN+mdDUrdvXuX9PT0aMGCBbRv3z5KSUmh1atXk5GREZmamlJ2drawY0rZkvW+LlF2SUkJRURE0NChQ+usWBUXF9OuXbsU8gYmXYJeQ0OjzsA7Ly+PvL29qUePHkK5WslNobKyUqmqtElbsWIFzZkzR1glcHFxocGDB9OcOXNo4sSJpK6u/sr8E4pM+mZ969YtWr58ufDzr7/+KuRfknxe2dnZlJSUpDTla48fP056enpka2sr7NiQHCuVBKYmT54sUxZbGZ04cYK6detGHh4eMlXLSktLKSAggAwNDRX+6NA/kZqaSra2tjRz5kyluKdkZmaStbU1TZ06VSiEEBoaSjo6OkJwNCUlhYYPH07m5uYKPfGo7Y8KQty7d4+cnZ2pb9++dQJThYWFSjGwlbSxvLycysrKhMfv379Pw4YNqxOYCgoKogEDBtDTp08VNhBc+5hrYmIirVq1Svj5/PnzZGhoSJ6ensIOxLy8PLp27ZpS7pCSVlpaSr6+vuTp6UnV1dXC53v48GEyNzeniRMnKnRuMyLZ/jskJITs7OzIxMSE5syZQ6dPnyai/42tHRwchPuJ9O8p6nt72+Xk5JCuri4NGTKEjh49SqWlpWRhYUFjx46l2NhYmXtiQUEB6ejokKmpqbDYq6geP35MQ4cOFRZmZ8+eLRTLefbsGRkYGNQpyhIREUFeXl5K0Yf/EykpKeTs7Kw0i9XS94e0tDThmLNYLKb09HSytrYmY2NjpQpMSbdx+/btrw1MDRs2TDjKl5mZ+c7n2nsng1J3796lHj16UEBAQJ0P/siRIzR8+HAaPXo0VVRU0K5du0hdXZ3WrFmjFIEp6S/C7t27yc/Pj9zc3OjEiRMkFoupoqKCIiIiaNiwYTRv3rxX/g1FGjRI3o9kV82QIUOE56SPohQUFJC7uztpamrWCUwpq2PHjpG1tTWJxWLy8fGhfv36CQlgU1NTaceOHcLPykDyeVy5coXCwsJo2bJldYKjZ86cITs7Oxo3bpzSJeiVrBLv2rWLiGpWJUUiEQUGBgrfqezsbDIyMqLp06fXSYCoTMRiMe3atYvU1NRo8ODB5O3tTQsXLqTp06dT375937rVR2n5+flKtXs2PT2d7O3tacaMGeTr60t9+vSh8+fPy7wmJSWFjIyMyNLSUil2t0n3c7t27aI5c+aQu7u7zC6UpKQkmjVrFvXr10/Ycfq6v6Eobty4IXPE/NSpUzRjxgyytramPXv2CNfdqwJT+fn5Cp+7TXJdxcfH07Zt28jHx0cmKEVUk5R4wIAB5O3trVQ5O4lqgmqSdAERERG0aNEiSk1NFe7/Z86cIXV1daFAi0RsbKzwGmWYjAQGBpKOjg6dOHGCTp8+Tba2tqSjoyOkwEhKSiJ9fX2ysrJSinHzu+Dy5cukqqpKFhYWNG3aNIqNjaXS0lIaP348WVlZySyUpaSk0MyZM5UitUB2djYNHDiQvLy86OXLlzRt2jQ6fvw4PX78mAwMDGj+/PnCa2NiYoRFitqVzd42ilxhXJqkT7h48SJt2LBBuO6k2y8JTA0ePFipFif+SmDKwsJC5t5Z+/feNe9cUCo7O5t0dXVp1qxZwmPV1dUyA4Hdu3eTpqamkGR5w4YN1Lt3b4Uf8ElbsWIF9enTh2bPnk0ODg6kqqpKfn5+lJ+fT2VlZbRz504yNzcnZ2dneTf1taSP7PXo0YNsbW1JX19fZtVD+nOTBKa0tbXfisSFRETjxo0jVVVV0tfXV+gEk39VTEwMaWhokJmZGfXv35+0tbWFVQKJ2NhYsrS0JDs7O6qsrFT4CbKkfWfPnqVp06YRUc2Kx3fffUcLFiwQXidZtXr8+HGd96ysbt26Rc7OzvT999+TjY0NrV69WuFzLL2L0tLSaPLkyaShoUFbt24VHpce/KSlpSnFdSk9KF29ejXp6+vT4sWLyd/fn9TV1WV20iYlJZGLiwuJRCKFXhWvrq6mxMREEolEFBISQpWVlRQfH0+ampo0f/58cnd3J1VVVVq6dKmQ5Pv+/fv0/fffU//+/amkpETO7+CvO3PmDIlEIrK2tiaRSESmpqZCyXmJ8+fPk6amJi1atEhpJlfXrl0jkUhE5ubmFBERQbt27SJjY2OytLQkBwcHSklJofLyclq6dCm5u7tTSUlJncmHIi0Ivk5WVhZZWVkJR4LPnj1LvXr1EsbLkjHZ7du3ycHB4Z2eYCmauXPn0vfff0/Ozs40btw4OnfunBCYsra2pqioKMrJyaHg4GDy9PRUioWzqqoq2rRpEw0bNoyOHz9O06dPJ19fXzI2NqZ58+bJJNx3d3enn3/+WeHHlO+a2NhYUldXJysrKzI1NaU+ffrUWUjKyMigIUOGkLm5uVLcJyX+LDCVn59P3t7eSvWe3qR3Lij18OFDIXla7dUq6RvVuHHjyNHRUfhZWRJkE9XsRNHT05Mp5X3kyBHS0dGhgIAAIqrJMbVx40by8vJS6EFDYmIiqaur07p166iqqop++eUX0tXV/cPA1IwZM8jAwEDmyIOykVyLsbGxNGjQIIqJiZF5XBmVlJTQmjVrKCoqisRiMV29epUmTJhAhoaGdYoGxMXFKfzW49qfxf79+2nkyJGUlJREhoaGNH/+fOG7deHCBfLy8lKaY4h/B3emyuHBgwdkZ2dHU6ZMken7FPn+X9v27dtpwIABVFZWRocOHSJjY2NKSEggopqAd9euXUkkEsn0D7/99hsFBQUp7HUqfR8JDw8nVVVV2rZtG4WFhVFYWJjw3JEjR6hXr17k5+cnBKaSkpLI2tpaoYOJ0v/ujx49ohUrVghHmi9evEijR4+mWbNm1VlIunjxolIFuGNiYkgkEtG4ceNo1qxZFBMTQ9XV1RQTE0N2dnZkaGhIzs7ONGHCBLKxsREqgynT94+oZteCnp4eFRQU0OnTp0lTU1PIRVpWVka7du2qs7tG2d6jsqv97y0J7MbGxpK3tzedP3+enJycyNrams6dO0dlZWXk4uJChoaG9N1335G+vr5C52+rPR8rKiqiYcOGkZeXFyUkJJCmpiZ9//33Mq8JDAwkY2Njhb5Xvksk1+izZ89o8eLFFBUVRZWVlZSTk0MTJkwgIyOjOon1MzMzFXbn3h/NzV4VmNq0aVOd61hRxyj16Z0LShH97ziDnZ2dzOBc+qKytbUlNze3Vz6naO7evUsxMTFCzpBz586RsbEx5ebmUlVVldD26OhoUldXF3bclJWV/WFZd0Vw9epVmQlGUVHRnwamnj59KrMVUpnl5eWRiYkJBQUFybsp/8rt27dJW1ubrKysZCYft2/fFgbsyjhYuHnzJi1cuJDEYjGlpKSQra0taWtrC+VcJd+vFStW0PTp04XVkbeJ9L1Rke+TTLbvk/QXymLXrl3UrVs3OnLkCBER7dy5k7Zt20ZENbtvtLW1KSIignbv3k0ikYjWrl1b528o2qBP0u8+efKEEhMTqaCggA4cOEAikYi+++472r59u8zrjxw5Qj179qRly5YJQXtF3Ukk+Zwk7t69S5MnTyZzc3OZ471xcXFkZWVFzs7OdRYKlY2HhweNGzeOnJycaOzYsTIFVo4ePUrr1q0jbW1tEolEtGjRIjm29K951f08OzubJkyYQD/++CNpaWnJFMe5e/fuW/E5KjPJPSU7O5tOnjwp81xBQQENHjyYIiIiqKCggJycnGjMmDFCTqnExEQ6deqUQi8IPnjwgHR1dWnGjBmUn58v7OZKSEggNTU1CgsLo6NHjwoV1L29vcnDw4O0tLTe6rQCyiAuLk5mx3JCQgLp6+uTubk5xcXFCY8XFxfT+PHjydDQUCnSeNTOx/aqcYb0ayTJz/fv318v7VMmDfAO6tixI3x9faGiooINGzbg+vXrAAAVFRVUV1cjJycHzZo1g76+PgCAiKCioiLPJr/WwYMH4e3tjb179+Ls2bMAgIYNGyI7OxvPnj1Dw4YN8fLlSwCAkZER2rVrhwcPHgAAmjVrBhUVFRARGjRQzEuhd+/e8PX1BVDzObRu3RpmZmZwdXXF4cOH8cMPPwAAGjVqJLzPDz74AO3bt5dbm/9Lbdu2xcyZM7Fjxw4kJibKuzn/2IcffghdXV3cunULZWVlwuPdunWDq6srvvnmG4wcORJZWVlybOXfU11djStXriAhIQFlZWXo3LkzNDU10bhxY3Ts2BG5ubl4+PAh/P39sW/fPri6uqJNmzbybvZ/TvreqKj3SVZD0vc1btwYq1atQkJCgryb9JdERkbihx9+QFBQEIYOHQoAsLKyQt++ffHixQsEBARg+vTpGDduHDQ0NNC6dWuEhIRg69atMn+nYcOG8mj+K1VXV6NBgwZISUnBrFmzEBQUhAULFmDEiBFYsmQJcnNzkZycjOfPnwu/M3ToUCxbtgw7duzAzz//DLFYjCZNmsjxXbzatWvXEB4ejsePHwuPFRYWgoiQnp6O+/fvC4/r6elh9uzZKCgoQEhICG7cuCGPJv8rlZWVAAB9fX106tQJU6ZMwUcffYSdO3ciOjoaADBkyBA4OTlh3759mDhxIlJTU/H06VN5NvsPVVdXC/fzFy9eoKqqCgDw6aefokOHDli3bh2sra0xduxYAEBpaSkCAwNRWlqKXr16ya3d77oGDRrg8ePHGDlyJJydnTFt2jQcPXoU6enp+PDDD+Hh4YGjR48CAFxcXNC2bVts3boVBw8eRPfu3TFw4EB06NBBzu/i9aqrqyEWi/Hrr7/C09MTkZGRSE5ORo8ePWBra4vDhw/js88+Q0REBFRUVPD8+XN89NFH2L17N9TU1OTd/HdSdXU17t27hxkzZuDnn39GZmYmAKBHjx749ttvcefOHTx48EC4x7Rq1QohISHo2LEjxo4di5SUFHk2/w9J+nEACAkJwcqVK3H//n1UV1fLvK5BgwbCYxMmTEBgYCDMzMzqvb0KT74xMfl63Y6p1atX04gRI4Qt8ooqOjqaNDQ06PDhwzI7MKqqqmjGjBk0YsQImd0n+fn5NGjQIJnSqMqquLhY2DG1bNkyeTfnjcrJySFbW1uFvx7/THZ2Njk4OJCurm6d/C4JCQnk7OwslEdVFk+fPqU+ffrI7MpYuHAhmZubk7q6OllYWNDgwYOVLmEve7spU3Wey5cvk0gkEioqScydO5dCQ0Ppxo0bNHjwYOG9pKenk4+PD128eFHhdkZJSHagJCcnk7a2NgUGBtKjR49kindEREQI+SdqJ9Y/efIkpaam1mub/46SkhIqKCggIpI5gnHjxg2aNm0aWVpaCtXaJGJjY8nOzk5p+rlLly5RZGSkzGO5ublkYGBAe/bsoSdPnpCTkxPZ2trWWRHPzMwkTU3NOrvJFNH69evJ0tKSZsyYIbNzz8HBgfr06UN+fn60YsUKsrW1pWHDhgnXsKLuvn8XZGVl0ahRo8ja2prMzc1p3rx5ZGhoSL/88gsdOXKEHBwchMTm9+/fp0mTJpGDg4PCFvCoXZFsx44dtGzZMgoMDKQFCxaQhYUFnT17lm7dukWDBw8W8gpKUnjwtagY9u3bR4aGhuTn5ydTtdne3p769etHFy5ckDn1UlxcTA4ODkoxL1i1ahXp6enR/v37/zBNR+1rURkKW9QnFSIieQfG5CkjIwM//PADiAhz5szBhQsXEBISgl27dkFVVVXezXut+/fvw9XVFRMnToSlpaXwOP3/rq6rV69i8+bNSEtLg6urK1RUVHDgwAHk5+cjKipKoVaM/6mSkhIcO3YM8+fPx9SpUzFnzhx5N+mNqaioQNOmTeXdjL9Ecg1KVoKrqqrQo0cPtGjRAk+fPoWHhwfu3LmDiIgIdO7cWfi9yspKhVz1BwCxWAwVFRWZHYWS9/nTTz/hwIED8PPzg0gkAgA8fPgQqamp+OSTT9C2bVu0bdtWXk1n7JUU+fsmLSMjA/PmzUObNm3g6OiI7t27w9nZGSkpKQgPD0dxcTGGDh0Kd3d3GBkZYfny5WjUqBFCQkKgoqKCqqoqNGrUSN5vo45nz57B0dERampqwm5gADLtDQ8Px7Jly+Dq6opx48ahVatW8mruX0ZSO8sfPXqE6dOno0uXLggMDAQAXL16FeHh4Xj+/Dns7OxgaGgo/G5ZWRmaN28ul3b/HZcvX8akSZMA1Oz0MjY2hpaWFr799lscOXIEhw4dQkBAAB4/fozg4GAUFRVh6NChsLKyElbWJ02ahIEDB2L8+PHyfTN/YNeuXVi/fj1sbGyQmpqKGzduwMTEBD4+PgAAf39/PHjwAGKxGN988w1mzZqFRo0aKex37l2SkZGBgIAAVFdXY+TIkVBRUcGOHTvQpk0bnD59GhoaGoiIiECTJk2QlpaGFi1a4JNPPpF3s1/pxYsXaNmypfDz1atXsWnTJowfPx66urrYs2cP1q5di5kzZ+L8+fO4desWIiIihDkcKfBpl7ddeHg4WrVqhVGjRgEA9u/fj8DAQAwaNAhjx44V5gCTJk1CamoqVq5cCR0dHeH+oQyf3dmzZzFv3jyEhoZCXV0dQE3/npubi48//hgffvihUrwPhSCvaJgiSU9PJwcHB+rbty+pq6vT7du35d2kP3X+/HkyMjKitLS01+ZxuXv3Li1cuJB0dHTo+++/p2nTpgmrWIq6gvx3FRUV0b59+ygtLU3eTWH0vxWt48ePU9++fWnYsGEkEolowoQJtG/fPiKqOXNtb29P+vr6lJycLM/m/ql9+/bJVD08f/48hYSEyKzmJyQkkImJCUVHR8uhhYy9/SS7mqdNm0Zjx44lc3NzIeGppPpS165dydjYmEaNGiX0c4qc4+z+/ftkbGxMV69erbN6KhaLhbaHh4dT165dKTAwkIqLi+XR1H+suLiYtmzZQubm5uTt7S08fvnyZXJ0dKRJkybRiRMn5NjCfyYjI4PGjRtHEyZMIFtbW/Lz8yMdHR3avn07hYWF0YQJE4Td9/fv3ydbW1tasmSJ8PsHDx4kkUikcOOW2tdhRESE8Pk8ffqUfvrpJ9LR0aEffvhBeE15ebnM77wtY8u3QWpqKk2ZMoXs7OwoLS2NXrx4QTdv3iQHBwdh954i3yOJavLt9e/fX9hNKrF+/XrS1dUV8sfGx8fT3Llzadq0aSQSicjBwYGvRTmS7ACaMWNGneTke/fuJQMDgzo7piZNmkSGhoYUGxurVDuIjh49SjY2NlRaWkpJSUm0bt06MjIyIhMTE3J0dHxrchzXBw5K/b/U1FSaPn26wk+SJTZu3Ei6urrCz9Idi2RgkZKSQsnJyVRaWkpFRUV1tsC+LRS9U33XJCYmUu/evSkyMpLy8vKEo0LSxxhycnJozJgxNGjQIJkjK4okMzNT2P4u6TjDwsKoe/fuZGtrSwsWLBC2u2/atIn09fUpPz9fnk1m7K2Vnp5OkyZNIi0tLTp69KjMc9XV1ZSenk43btwQ+j9F7+cOHjxIampqf1hspLS0lPLy8igyMpK0tbXp6dOn9d3Mv+VV45Dnz5/Tjh07aPjw4TKBKUn1VQcHByopKan3tv5baWlp5OTkRA4ODnThwgU6d+4cOTk50ZQpU0gkEpGjo6MwKX748KHM5/v8+XOFqywo/dkdPXqUDh8+TOPGjZNZbHn+/Dn99NNP70TahLdFeno62dnZKWVxC6Kaa27dunWkpaVFEyZMkKlI6uXlRV5eXsI4LC8vjy5dukTTpk2rU7mN1R/JvS4zM5MGDBhAYrGYbt68KVRdJapZ8H1VYGrUqFE0ZMgQIYG9onlVPx0bG0sikYhmzpxJffv2JQ8PD4qMjKS9e/eSoaEh3bp1Sw4tVU7v/PE9aS9fvkTjxo3l3Yy/5NixY/D29sb69euFhOy1rV69GkVFRVi0aJFwXE86KRtjb8KuXbsQGRmJ3bt3o3HjxlBRUcHDhw+xfPlyVFZWYtOmTWjQoAFyc3NRXV2NTz/9VN5Nfq2zZ8/ip59+wrNnz7B8+XJ07twZT548wdGjR3Hw4EE8ffoUZmZm6NKlC44fPw4TExNYWFjIu9mMvZUyMzOxePFiNGjQAA4ODtDW1gZQt19Thn7uxo0bmDRpElavXg1TU9NXvmbHjh04e/Ystm3bhmfPnuH999+v30b+DfT/xxMuXryIM2fOgIgwYsQIaGhooKSkBNHR0YiKioK6ujqWL18OALh+/To+++wzhT029GfS0tKwbNkyEBF8fHzQsWNHpKenIywsDOPHj4eqqqrMsY3q6moQkcKlT5Buo7+/P8LDw/HFF1/g8ePHGDhwIFavXi28tri4GEeOHMGiRYvg6+sLW1tbeTWb/UXSaUpmzJgh3DeVSUpKCoKDg5GUlIT27dtj8eLFuHfvHs6ePYsRI0agX79+wmuJj0rJjaTvvXv3LmxsbGBhYQFfX184OTkhKysL48aNE1LOREdHIygoqM5RvuzsbIVMti89rkhPT0dpaSm++OILtGnTBufOncOlS5fQrVs39OnTBx999BEKCwsxadIkzJ8/Xym/c/LAQSkl9fDhQ5ibm6Nfv37w9vYWvsCSm3FJSQl8fHzQu3dvhc5ZwJTb48ePERcXByLC119/DW1tbezZswebN2/G7t278f777wv5Je7cuYNRo0bhl19+gaampryb/ofEYrEwcTh16hSio6NRUFCApUuXonPnzsLzoaGh+P3333H27FlUVFTA1NQUgYGBCjfpYOxtIZlgAcCMGTOgpaUl5xb9M7m5uTA3N0ePHj3g6+uLzz77DIDshGrlypVQUVGBu7s7VFRUFH6iFRsbi9mzZ0NbWxuFhYVISkqCv78/hg4dKgSmoqOj8fnnnyM4OFjezf1PZGRkwM/PDwDqTPiVITgqLTs7G15eXpg3bx5atWqFmzdvYv78+Rg1ahQWLFggvO758+eIj4+HoaEh93VKIiMjAytWrEBhYSHmzp2r8GOwV3n27BkSEhKwdu1aFBcXY8iQIbhw4QK6deuGJUuWyLt57zzJ/S4pKQljxozBxIkT4erqCgAoLy+Hm5sbqqqqMHDgQFhbWwOoCUytW7cOffv2hb29Pb7++mt5voXXku6Xg4KCEBMTg/LycjRq1AhDhgzBxIkT8eGHHwKoyQtZUVEBFxcXvHjxAhEREUrVD8gT/yspqS+++AKLFy/GmTNnEBAQgDt37gCoKcmem5sLV1dX5OXlCeV6GfuvJSUlYdy4cYiMjERAQADmzp2L2NhY9O7dGw8ePMCBAwcAQEhY2KJFC3zzzTdo1qyZPJv9l0g6kLi4OJw8eRJ5eXlISEjAvHnzcP/+fWEg7uDggKVLlyIwMBB6enqYOXMmD9IZe4M6duwIX19fNGzYEMuWLUNSUpK8m/SPtG/fHosWLUJcXBzWrl0rlL1WUVFBWVkZAgMDceLECVhaWqJBgwYKH5AqKSlBRkYGfHx8sHXrVmzfvh12dnbw9PTEoUOH0KpVK5ibm2PIkCHIz8/HkydP5N3k/0THjh0xf/58qKioYOPGjbh27ZrwnDJNRDZv3gw3Nze0adMGn3/+OT7//HMMHjwYy5cvx969e2Um/e+99x6MjY3RsGFDoYw7U2wdO3aEh4cH2rdvj3bt2sm7Of/I+++/jwEDBiA6OhpGRka4e/cu8vPzERkZiaioKHk3753XoEEDPH78GJMmTcKAAQOEgBQAHD9+HC1atEDDhg1x4MABREZGAgDMzc0xbdo0JCQkoE2bNvJq+p+S9L9btmzBnj174Ovri19//RWqqqrYs2cPHj16BKCmgMzGjRsxffp0PH36FDt27ECDBg1QXV0tz+YrDd4ppcTEYjH27duHxYsX46OPPkKXLl1ARCguLkZ1dTV27dqFxo0by+z6YOy/IFkJGT9+PBwdHXHz5k14eXlBVVUVmzdvRlhYGPz9/eHm5oahQ4eidevW2Lx5Mw4fPoxffvkFH3/8sbzfwp+SVFiaN28e1NTUkJCQgJiYGFRXVwtH+SS3TxUVFaU6/suYsktNTUVUVBQ8PT2VavIvrbq6GpGRkfDz88OXX34JTU1NNG3aFLm5ubh16xa2bNkCNTU1eTfzTyUlJcHS0hJff/01XFxchIp6L1++xNq1axEWFoZVq1bBzMwMJSUlEIvFeO+99+Tc6v9WRkYGli9fjvz8fCxdulShqzcDdXdxnT9/Hu7u7mjatCl++eUXYfd9VVUVTp06BR8fHxgZGcHf319eTWb/AWWpuvo60jtWrly5gvPnz+Pnn39GVFSUTDVnJh9ZWVlwcXHBxx9/jClTpkBLSwuhoaHYsGEDfvnlF7Rv3x4LFy5EQUEBRo4cKRzlKy4uRuvWreXc+rok15tYLEZFRQVmz54NIyMjjB07FmfPnoWbmxs8PDwwZswYYQ5w9uxZxMfHw8XFhauR/k0clHoL3L17F3v37kV6ejo++eQTqKmpYcyYMcIqFn8Z2H/p8ePHMDc3h66uLtauXSs8Pnr0aBQXF2PPnj1o1qwZjh07hnnz5uGTTz5Bw4YNUVJSIlMyVVFJbon+/v5IT09HSEiI8Nzp06exYcMGNGrUCCtXrsRXX30lBH05jwFj8qFsx6RqS0xMxJYtW5CZmYmWLVuiZ8+eGD16NDp27Cjvpsmo/e8suffl5+cjMDAQ+/btw6pVqzBixAjhtVVVVVi3bh1CQ0OxZs0aDB48WI7v4M1SxkBpSkoKPv30U7Rs2RLx8fFwcHCAiYkJFi5ciBYtWgCoCUwdPnwY0dHRCAsLU5r3xt5OtcdaJSUlaNWqlRxbxKRJjtg3btwYbdu2xenTp7Fq1Soh/3FeXh6WLl2K1NRU2NvbY+TIkQo5fpZuU2lpKVq0aAELCwsEBQXh8ePHmD59Ory8vDBmzBhUVlYiKioKPXv2lFlI4k0hfw8Hpd5i/GVgb8LrVkKCgoLQrVs3fPzxx3j//fcxcOBANG/eHMXFxWjVqhU6deok5E1RFH+UIDkwMBBnzpxBZGQkmjdvLrxmw4YNWLt2Lb7++musW7eOV+cYY/+asvTXqampOHjwIKysrPDpp58K98snT54gICAAJ06cwLZt29CrVy9hUP/y5UuEhoZiyJAh78z9UhkCpadOnYKbmxt++OEHGBsbo0WLFrh06RIcHR0xePBgzJ8/XwhMSV+fyvDeGGPyk56eDj8/P1y/fh2zZ8+GnZ0dAAgbJXJzcxEYGIhZs2Yp3LwAkA1IzZs3D0lJSdi7dy+mT5+OR48eISsrS8i3B9T0f25ubjA3N+diR/8CB6XeEooYZWZvL+mVkI8++ginT5/GwoULoaGhgd9//x3JycnYuXMnWrZsiW7dusnsqFI00pOsDh06CN+jI0eOYP369XB3d4e+vr6w5f3s2bPYsGEDOnXqBEdHR3zxxRfybD5j7C0g3Ycran/+8uVLjB07Fr/99hu++uorGBkZoXv37hg6dCiAmtVkSa6NrVu3QktLS2HfC6vh6uqKW7duwc3NDUZGRjKBqaFDh8LHxwctW7aUdzMZY0rmddVyJcfclGEhRlLIYsqUKejbty+uXbuGpUuXomHDhtizZw+Amp16rq6uKC0tRXh4uMK/J0XGQSnG2D8iWQm5du0aZs+eDXt7e5nnCwsLceXKFaiqqircMRSJP5tkOTs7Izk5Ge7u7tDV1UWbNm0QEBCA58+fw8PDQyHPwDPG2JuyZcsWNGrUCF26dMGNGzewc+dOfPfdd9DS0sKYMWNQUlKClStX4tixYwgJCYGurq68m8zwx7ub5syZg/j4eHh6ego7nC9duoTJkyfDxcUF06dPr+fWMsbeBpIFbCKCo6OjUlXL3bt3L/bt24f33nsPQUFBaNq0KcrKyrB//35s27YNDRo0wGeffYYXL16goqICUVFRShNsU1QclGKM/WN/thKiDF41ydLX14ehoSGGDx8OJycnZGdn49mzZ/jss8+QkJCAvXv34ttvv5V30xljrF5duXIFjo6O2L59O7p3744nT54gMjISmzZtgpqaGkaNGoWvv/4aUVFRuHTpEmJiYtC0aVN5N5v9v4iICHTq1Al9+vSRmTjNmTMHcXFxWLBgAQYMGICWLVvit99+g6qqKuclZYz9YxkZGVixYgUKCwsxd+5caGpqyrtJf6q8vBybNm3CoUOH0KxZMxw6dEh4rqKiAllZWYiOjkbjxo3Rrl07WFlZcR7n/wAHpRhj/4oyr4QAr59kbdy4Ebq6uhg8eDCKi4vRvHlzFBUVYdCgQejUqZO8m80YY3KxcuVKIVlt06ZN4erqiqSkJGhoaCA7Oxs3b96EnZ0dbGxs8Mknn8i7ue80yQ4pyTHK4cOH49mzZwgICICWlpZMYMrS0hJlZWWYOHEihg8fjmbNmgEAT7QYY/9Kamoq1q5dC29vb6GypyJ51U7S/Px8HDhwABs2bMCwYcOwaNEiAK8/Xs87pP49zlTIGPtXOnbsCF9fXzRu3BirVq1CQkKCvJv0t+jq6sLKygo7duxARUUF2rVrh9TUVHzxxRf44IMPcOzYMQQGBkJFRQXTpk3jgBRj7J3Wo0cPZGVloXHjxpg3bx6uXr2K4OBgrFy5EosWLYK3tzeGDx/OASk5k55oZWZmAgAOHTqETp06wcvLC9euXUNVVRWAmonWV199hfz8fJw7d04ISAHggBRj7F/p3Lkz/P39FT4gdfv2bdy5cwd5eXlo27YtzM3N4eDggPj4eKxYsQIAhOIdtXFA6t/jnVKMsf+Eoq+E/JHjx49j+/bt+PnnnzF//nzExsZi+/bt6NKlC1JTUxEXF4d+/fqhS5cu8m4qY4zJna2tLa5fv462bdti8+bNUFVVlXeTmBTpidaPP/6IM2fOwNXVVSjLPn78eGRlZWHZsmXQ0NBAy5YtMXfuXEyZMgWdOnXi6nqMsXeKv78/oqKi0KJFC1RVVSE4OBg9e/bE06dPsWfPHhw8eBAGBgbw8vKSd1PfWhyUYoz9ZyorK4UqdcqGJ1mMMfbHJEcXzp49i2XLlsHDwwPGxsZcZU9BBQUFISoqCn5+fujSpQu+/PJL4bnJkycjMzMTn3/+OcrKylBSUoJDhw6hYcOGf5gYnTHGlJ10n3Xz5k24u7tj+fLlEIvF2L9/P44fP47g4GD0798fT58+xb59+7BlyxbMnDkT48ePl3Pr3068J5cx9p9RxoCUpGOaOnUq8vLy4OHhAVVVVZ5kMcZYLZJ7orq6OogIv/32G4yNjfleqYBSU1Nx+vRpLFu2DAMGDBAelywehYWFITQ0FPn5+SAieHt7c0CKMfZOkPRZ4eHhqK6uhqWlJXR0dAAAmpqaaNq0KWbNmoV169bhu+++g7m5Odq1awczMzN5NvutxkEpxtg7jSdZjDH297Rt2xYzZ87EokWLYGRkBA0NDXk3idVSWFiIJ0+eCHkQJQstTZo0QXl5OZo1awYHBweZ3+Gk5oyxd0VJSQlOnz6NK1euwMrKCkDNfbJ58+bw8fEBAMyePRurV6+GsbExRowYAYCTmr8pvBTCGGP43yRrx44dSExMlHdzGGNMofXp0wfdunVDu3bt5N0UJqW6uhoA0KpVK7Ru3RopKSkAahZgxGIxAODYsWM4depUnd/lgBRj7G1VO2NRq1atsHz5cpiZmeHYsWNISkqCiooKiAjNmjWDj48P+vfvj/DwcJnf44DUm8FBKcYY+388yWKMsb+mffv22LJlC1fZkzNJEEpCcvTuk08+wXvvvYeffvoJycnJAGomU1VVVThy5AjOnTtX721ljDF5qK6uFk5A5ObmIi0tDWVlZejQoQMWLFgATU1NTJo0CSkpKTKBqVWrVmH79u3ybfw7ghOdM8aYlIqKCjRt2lTezWCMMcb+kHT+p8jISCQnJ6OwsBCmpqYYNGgQHj58CFtbW3z55Zfo1asXOnTogMOHD+PZs2eIjo7mnVGMsbeedI7YNWvW4PLly7h37x709PTQpUsXzJ49G/n5+fD19cWtW7cQERGBzp07y/we59p78/hflzHGpHBAijHGmDKQTJJWrlyJoKAg5Ofn48WLF5g1axb8/PzQvn17/Pzzz/jiiy8QGxuL/fv3o3379ti3bx8aNWokHOdjjLG3lSSwFBISgl9++QVOTk44ePAgAODnn39GUlIS2rZti8WLF6NHjx4wMzNDVlaWTG5ZDki9ebxEwhhjjDHGmBKKj4/HoUOHEBoaKiScP3r0KBYvXozmzZvD3d0dixYtAgC8fPkSLVu2BMBJzRlj7wYiQmFhIS5fvgw/Pz/o6+vj4sWLuHDhAnx8fKCqqoqqqiq0b98eixcvxvbt2/Hpp5/Ku9nvHA77McYYY4wxpoTKysrQrFkzfPLJJxCLxSAiDB06FHPnzsX27duRlJSEJk2aoEmTJkJAiog4IMUYe2tJZyeSVB0tKipC586dcfr0acycOROenp6wtLREZWUloqOj8fvvv6N9+/bw8vIS8u+x+sNBKcYYY4wxxhRcXl4e7t27hwMHDiA5ORnFxcX46KOPkJWVhadPn6Jhw4Z4+fIlAMDIyAjt2rXDgwcP6vwd6WMpjDH2NpHOBVVRUQEAqKysRIMGDbB+/Xr4+PjA3d0dY8eOBQBkZWXh5MmTePz4sczf4cB9/eJ/bcYYY4wxxhTYyZMnsWfPHty5cwdlZWWoqqpCv379MHXqVFhZWcHDwwM//vgjvvrqKwA1R/UaN27MeRIZY+8M6YTkx44dw6lTp7BgwQJ8+OGHmDJlCjw8PGBiYoJx48YBAEpKSrBixQpUVlbC0NBQnk1/53H1PcYYY4wxxhRUZGQk/P39MX36dHTt2hXq6urYuXMnDh8+DCLCyJEjkZaWhmvXrsHNzQ0qKio4cOAA8vPzERUVhYYNG8r7LTDG2BslHZC6fv06duzYgfj4eJiZmcHJyQnvv/8+Nm3ahMDAQAwcOBBisRgvXrzAs2fPsG/fPjRu3BhisZjvl3LCQSnGGGOMMcYUUGRkJJYsWYLAwEAMGjRI5rmjR49i69ataN68OcaPH49Lly7h+PHj+PTTT9GuXTv8+OOPPNFijL1Tli9fjps3b+Krr75CamoqcnNzYWxsjDlz5qBNmzY4e/Yszpw5AwD46quvMH78eDRq1IiLP8gZB6UYY4wxxhhTMFeuXMHEiRPh5OQEJycnIXmvWCwWJk/h4eFYu3Ytli9fjkGDBiEnJwetWrVCy5YtoaKiwhMtxtg7IzY2Ft7e3ti0aZNQjTQ4OBhnz56FhoYGXFxc8N577wnHmyU4cC9/nOicMcYYY4wxBdO+fXtoaWnhzp07uHbtGlRUVKCiooJGjRqhuroaADBhwgR06NABFy9eBAC0bdsWrVq1goqKCqqrqzkgxRh7ZxQVFaFZs2bo0KGD8Nj06dOhpaWF/fv3Izg4GM+fP0fjxo1lKvRxQEr+OCjFGGOMMcaYgunYsSOWLl2KyspKbNiwAdeuXROek1SXKikpQUVFBT7++GMAshWjJPlVGGPsXfDee++hSZMmQiW96upqNGnSBA4ODmjdujVu3ryJjRs3oqysjKuQKhjurRhjjDHGGFNAHTt2hK+vL1RUVLBhwwZcv35d5vmHDx+iffv20NTUBABwVg7G2LtKV1cXDRs2RGBgIHJzc4XA/PPnz9GzZ0/07t0b58+fx8OHD+XcUlYbB6UYY4wxxhhTUNKBqZCQEOEoX1VVFYKCgtCyZUv07dsXAHj1nzH2ThKLxWjWrBm2bNmClJQUuLm5ISoqChcvXsTSpUvRrFkzuLu7IysrSzjuzBQHJzpnjDHGGGNMwWVkZOCHH35AgwYN4ODggO3btyMtLQ379+9H48aNZUqiM8bYu0ZyD8zLy4Onpydyc3NRXl6ODh06YPPmzWjSpAksLS0xY8YMmJiYyLu5TAoHpRhjjDHGGFMCGRkZWL58OS5cuIDPP/8chw4dQuPGjbnKHmPsrfZHQXfp5ySV9F6+fInnz5+jvLwcn3/+OQAgKCgI+/fvx08//SQ8xhQDB6UYY4wxxhhTEqmpqdi1axe8vb3RqFEjDkgxxt5q0kGno0ePIi0tDa1atcK3336Lfv36AfhfMKr26wHg/v37+PHHH3Ht2jVs3rwZampq9f8m2B/ioBRjjDHGGGNKiANSjLF3xcqVKxEdHQ0NDQ08ePAAKioqMDQ0hJeXF4DX76YqKirCsWPH0Lt3b3z99df13Wz2F3AvxhhjjDHGmBLigBRj7F1w7tw5HDp0CCEhIejVqxcKCgpw5MgRhIeHo2nTpnBxcXnt8b42bdrA2tq6nlvM/g7uyRhjjDHGGGOMMaaQsrKy8MEHH6B79+4AgI8++gjDhw9HUVER4uLi8OTJE7Rr107OrWT/FJfoYIwxxhhjjDHGmEKRZBpq3749KioqkJqaKjz3wQcfQF9fH4mJiXj06JG8msj+AxyUYowxxhhjjDHGmFxVV1fL/KyiogIA6NChA8RiMaKjo5Gbmys8/+GHH+Kbb77ho8xKjj89xhhjjDHGGGOMyQ0RCXmhfvrpJ2RlZaG6uhrOzs7o2rUr5syZA19fX7x48QK6urro2LEj1qxZg6ZNm0JdXV3OrWf/BlffY4wxxhhjjDHGmFxIV84LDAzE7t270aNHD6SlpaGiogJbt27Ft99+i5MnTyIiIgL37t1Du3bt8P7772Pbtm1o3Ljxa6vvMcXHQSnGGGOMMcYYY4zJVVFREfz9/WFtbQ11dXU8efIEPj4+SEpKwtatWyESifDs2TO8ePECFRUV6NixIxo0aICqqio+wqfEOJTIGGOMMcYYY4yxenPp0iUA/0tmHhUVhf79+yM5ORmtW7cGALRr1w6rV6+Gqqoq7O3tkZycjPfffx+fffYZvv76azRo0ADV1dUckFJyHJRijDHGGGOMMcZYvbh27RpcXFyQm5srJDPX0NBAjx49cO/ePVRVVQGoOdb3wQcfYPXq1VBXV8eIESPw8OFDmb/FR/aUH3+CjDHGGGOMMcYYqxfq6urQ1tZGWloagJrdUiKRCPPnz0fnzp3h5OSE58+fo0GDBiAifPDBB1i+fDkmT56MDh06yLn17L/GOaUYY4wxxhhjjDFWb7y8vJCWloaoqCiZx1NTU+Hh4YGKigr8/PPPeO+99+okMReLxWjYsGF9N5m9IbxTijHGGGOMMcYYY2+cZE+Mm5sbysvLsWbNGpnnO3fujNWrV6Np06awtbVFYWFhnSN6HJB6u3BQijHGGGOMMcYYY2+cJIfU+++/D1NTU8THx2PPnj0yr5EEpoqLi7F06VJ5NJPVIz6+xxhjjDHGGGOMsXqVm5uL5cuXo6CgAEOHDsXYsWNlns/KysKnn37KO6PechyUYowxxhhjjDHGWL179OgRgoOD8eDBA3Tq1AlLly4VjutJcklxDqm3GwelGGOMMcYYY4wxJhdPnz7F+fPnsW3bNqioqOC7776DsbExNDQ05N00Vg84KMUYY4wxxhhjjDG5i4iIwMOHD1FUVARHR0d88cUX8m4Se8M4KMUYY4wxxhhjjDG5ISIhCToAlJSUoFWrVnJsEasvHJRijDHGGGOMMcaYwqkdrGJvnwbybgBjjDHGGGOMMcZYbRyQevtxUIoxxhhjjDHGGGOM1TsOSjHGGGOMMcYYY4yxesdBKcYYY4wxxhhjjDFW7zgoxRhjjDHGGGOMMcbqHQelGGOMMcYYY4wxxli946AUY4wxxhhjjDHGGKt3HJRijDHGGGOMMcYYY/WukbwbwBhjjDH2LsrLy0NoaCjOnj2LnJwctG7dGl9++SVGjBgBc3NzNG/eXN5NZIwxxhh7ozgoxRhjjDFWzx4+fIixY8eidevWcHV1hUgkQpMmTXDv3j1ERkaiffv2GDhw4Bv5b1dWVqJJkyZv5G8zxhhjjP0dKkRE8m4EY4wxxti7xN7eHikpKTh27BhatGhR53kigoqKCoqKirBy5UqcPn0alZWV6NatG3x8fKCqqgoAWLduHU6dOoXJkycjODgYz58/x3fffQc/Pz+0atUKADB+/Hh06dIFDRs2xMGDB/Htt99i586dSE5OxqpVq3D9+nU0b94cenp6mDt3Lj788MN6/bdgjDHG2LuLc0oxxhhjjNWjwsJCXLhwAePGjXtlQAoAVFRUAACzZ89GQUEBNm/ejH379kFdXR0TJ07Es2fPhNdmZmbi9OnT2LhxI0JDQxEfH4/NmzfL/L3o6Gg0btwYu3btwuLFi1FUVISJEydCTU0Ne/bswZYtW1BQUAAXF5c39bYZY4wxxurg43uMMcYYY/UoMzMTRIROnTrJPK6rq4vKykoAgI2NDQwNDZGYmIhLly4Jx+28vLxw6tQpnDhxAtbW1gBqdlUtX75c2Bk1YsQIXLp0Ca6ursLf7tixIzw9PYWfQ0JCoKamBjc3N+GxZcuWoX///khPT6/TNsYYY4yxN4GDUowxxhhjCmDPnj2orq6Gu7s7Kisrce/ePZSWlkJXV1fmdeXl5cjMzBR+/uyzz4SAFAC0a9cOBQUFMr+jrq4u83NSUhKuXLmCnj171mlHZmYmB6UYY4wxVi84KMUYY4wxVo++/PJLqKioID09XebxL774AgDQrFkzAMCLFy/w8ccfY+fOnXX+RuvWrYX/36hR3eFc7ZShtSv5lZaWwtDQEO7u7nV+9+OPP/6L74Qxxhhj7N/hoBRjjDHGWD364IMPoKenh4iICNja2r42r5S6ujry8/PRsGFDfP755/9pG9TV1XHixAl89tlnrwxqMcYYY4zVB050zhhjjDFWzxYuXAixWAwLCwscPXoUqampSEtLw4EDB5CWloaGDRuiX79+0NTUxMyZMxEXF4esrCzcuHEDQUFBuH379r/679vY2OD58+dwc3NDYmIiMjMzcf78ecydOxdisfg/epeMMcYYY3+Ml8YYY4wxxurZl19+iejoaISGhiIgIAC5ublo3LgxvvnmG9jZ2cHGxgYqKirYtGkT1qxZg7lz56KwsBBt27aFtrY22rZt+6/+++3bt8euXbvg7+8Pe3t7VFZWokOHDjAwMECDBrxmyRhjjLH6oUK1kw4wxhhjjDHGGGOMMfaG8VIYY4wxxhhjjDHGGKt3HJRijDHGGGOMMcYYY/WOg1KMMcYYY4wxxhhjrN5xUIoxxhhjjDHGGGOM1TsOSjHGGGOMMcYYY4yxesdBKcYYY4wxxhhjjDFW7zgoxRhjjDHGGGOMMcbqHQelGGOMMcYYY4wxxli946AUY4wxxhhjjDHGGKt3HJRijDHGGGOMMcYYY/WOg1KMMcYYY4wxxhhjrN5xUIoxxhhjjDHGGGOM1bv/AxTd9BjGvnkC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stretch>
            <a:fillRect/>
          </a:stretch>
        </p:blipFill>
        <p:spPr>
          <a:xfrm>
            <a:off x="986040" y="3526326"/>
            <a:ext cx="6714171" cy="3331674"/>
          </a:xfrm>
          <a:prstGeom prst="rect">
            <a:avLst/>
          </a:prstGeom>
        </p:spPr>
      </p:pic>
    </p:spTree>
    <p:extLst>
      <p:ext uri="{BB962C8B-B14F-4D97-AF65-F5344CB8AC3E}">
        <p14:creationId xmlns:p14="http://schemas.microsoft.com/office/powerpoint/2010/main" val="205687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Create user-item rating matrix</a:t>
            </a:r>
          </a:p>
          <a:p>
            <a:r>
              <a:rPr lang="en-US" dirty="0"/>
              <a:t>Build baseline models (global </a:t>
            </a:r>
            <a:r>
              <a:rPr lang="en-US" dirty="0" err="1"/>
              <a:t>avg</a:t>
            </a:r>
            <a:r>
              <a:rPr lang="en-US" dirty="0"/>
              <a:t>, user </a:t>
            </a:r>
            <a:r>
              <a:rPr lang="en-US" dirty="0" err="1"/>
              <a:t>avg</a:t>
            </a:r>
            <a:r>
              <a:rPr lang="en-US" dirty="0"/>
              <a:t>)</a:t>
            </a:r>
          </a:p>
          <a:p>
            <a:r>
              <a:rPr lang="en-US" dirty="0"/>
              <a:t>Implement collaborative filtering with cosine similarity</a:t>
            </a:r>
          </a:p>
          <a:p>
            <a:r>
              <a:rPr lang="en-US" dirty="0"/>
              <a:t>Generate top-5 recommendations</a:t>
            </a:r>
          </a:p>
          <a:p>
            <a:endParaRPr lang="en-US" dirty="0" smtClean="0"/>
          </a:p>
          <a:p>
            <a:r>
              <a:rPr lang="en-US" dirty="0" smtClean="0"/>
              <a:t>Train-test split strategy</a:t>
            </a:r>
          </a:p>
          <a:p>
            <a:r>
              <a:rPr lang="en-US" dirty="0" smtClean="0"/>
              <a:t>Create training matrix</a:t>
            </a:r>
          </a:p>
          <a:p>
            <a:endParaRPr lang="en-US" dirty="0"/>
          </a:p>
          <a:p>
            <a:pPr marL="0" indent="0">
              <a:buNone/>
            </a:pPr>
            <a:endParaRPr dirty="0"/>
          </a:p>
        </p:txBody>
      </p:sp>
      <p:sp>
        <p:nvSpPr>
          <p:cNvPr id="5" name="Title 4"/>
          <p:cNvSpPr>
            <a:spLocks noGrp="1"/>
          </p:cNvSpPr>
          <p:nvPr>
            <p:ph type="title"/>
          </p:nvPr>
        </p:nvSpPr>
        <p:spPr/>
        <p:txBody>
          <a:bodyPr/>
          <a:lstStyle/>
          <a:p>
            <a:r>
              <a:rPr lang="en-US" dirty="0" smtClean="0"/>
              <a:t>Data preparation for modeling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mOdels</a:t>
            </a:r>
            <a:endParaRPr dirty="0"/>
          </a:p>
        </p:txBody>
      </p:sp>
      <p:sp>
        <p:nvSpPr>
          <p:cNvPr id="3" name="Content Placeholder 2"/>
          <p:cNvSpPr>
            <a:spLocks noGrp="1"/>
          </p:cNvSpPr>
          <p:nvPr>
            <p:ph idx="1"/>
          </p:nvPr>
        </p:nvSpPr>
        <p:spPr/>
        <p:txBody>
          <a:bodyPr/>
          <a:lstStyle/>
          <a:p>
            <a:r>
              <a:rPr lang="en-US" dirty="0" smtClean="0"/>
              <a:t>Model 1- global average</a:t>
            </a:r>
          </a:p>
          <a:p>
            <a:r>
              <a:rPr lang="en-US" dirty="0" smtClean="0"/>
              <a:t>Model 2- user average</a:t>
            </a:r>
          </a:p>
          <a:p>
            <a:r>
              <a:rPr lang="en-US" dirty="0" smtClean="0"/>
              <a:t>Model 3- Movie average</a:t>
            </a:r>
          </a:p>
          <a:p>
            <a:endParaRPr lang="en-US" dirty="0"/>
          </a:p>
          <a:p>
            <a:r>
              <a:rPr lang="en-US" dirty="0" smtClean="0"/>
              <a:t>How to pick best mode- RMSE, MAE</a:t>
            </a:r>
            <a:endParaRPr lang="en-US" dirty="0"/>
          </a:p>
          <a:p>
            <a:endParaRPr dirty="0"/>
          </a:p>
        </p:txBody>
      </p:sp>
      <p:sp>
        <p:nvSpPr>
          <p:cNvPr id="6" name="AutoShape 2" descr="data:image/png;base64,iVBORw0KGgoAAAANSUhEUgAABKUAAAGGCAYAAACqvTJ0AAAAOnRFWHRTb2Z0d2FyZQBNYXRwbG90bGliIHZlcnNpb24zLjEwLjAsIGh0dHBzOi8vbWF0cGxvdGxpYi5vcmcvlHJYcgAAAAlwSFlzAAAPYQAAD2EBqD+naQAAhQBJREFUeJzs3XdclfX7x/EX5zDErSCYuFJziyMnaSpq7r1zpJkrtXKEo9yWliNHlnvlysQtbnOk5F6ZI/eMEHGADIHz+8Mf5yuBBgocDryfj4ePb+c+n/u+r8P3Ai6u+74/HxuTyWRCREREREREREQkGRksHYCIiIiIiIiIiKQ9akqJiIiIiIiIiEiyU1NKRERERERERESSnZpSIiIiIiIiIiKS7NSUEhERERERERGRZKemlIiIiIiIiIiIJDs1pUREREREREREJNmpKSUiIiIiIiIiIslOTSkREREREREREUl2akqJiFgpT09PhgwZYukwRERERFKkIUOG4OnpaekwROQlbC0dgIgkvTVr1jB06FDza6PRiJOTE++88w79+/fH1dU1xvhOnTpx+PBh8uXLx/bt22Md78CBA3z44YcATJs2jXr16pnfu3DhAjNnzuTMmTPcu3ePrFmzUqhQITw9PenUqZN5nKenJ7dv344z3qpVqzJ//vz//Fz37t1j/vz5/Prrr9y9excbGxsKFChA7dq16dixI5kzZ/7PY4iIiIgkxPN11bJlyyhfvnyM900mEzVq1ODvv/+mRo0azJ49O9YxHj16xDvvvEN4eDg+Pj4ULFgw1pghQ4awdu3aOGOwt7fnzJkz/xlrWFgYK1asYPPmzVy5coXw8HBy5crFO++8Q6dOnXjzzTfj85FFRJKMmlIiacgnn3xC7ty5CQ8P5+TJk6xdu5Zjx46xadMmHBwcYox1cHDg+vXrnD59Gnd39xjvbdy4EQcHB8LCwmJsP378OJ07dyZXrly0bt2aHDlycPfuXU6dOsWSJUtiNKUAihUrRteuXWPF6eLi8p+f5fTp0/To0YMnT57QpEkTSpQoAcAff/zB3LlzOXr0KAsWLIjX18Vabd26FRsbG0uHISIikiY5ODiwadOmWE2pw4cP8/fff2Nvb//CfaN/h+fIkYMNGzbQv3//OMfZ29szbty4WNuNRuN/xnf//n0++ugjzp49S82aNWnUqBHp06fn6tWr+Pj4sGrVKv7444//PI41Gzt2LCaTydJhiMhLqCklkoa8++67lCpVCoDWrVuTLVs25s6dy65du2jQoEGMsXnz5iUiIoJNmzbFaEqFhYWxY8cOatSowbZt22LsM2vWLDJlysTq1atj3aUUEBAQKx5XV1eaNm2a4M/x6NEj+vbti9FoZO3atbGuLvbv359Vq1Yl+LjWwGQyERYWRrp06V5a7IqIiEjSql69Olu3buXLL7/E1vZ/f1Zt2rSJEiVK8ODBgxfuu2HDBqpXr06uXLnYtGnTC5tStra2r1QrAQwdOpRz584xffp06tatG+O9zz77jO++++6VjmsNnjx5Qvr06bGzs7N0KCLyHzSnlEgaFn1l7+bNm3G+36hRI3x8fIiKijJv2717N6GhoTEe2Yt248YNChUqFOdjc05OTokUNaxcuRI/Pz+GDBkS5+3uzs7OfPzxxzG2LVu2jIYNG1KyZEmqVq3K6NGjefToUYwxnTp1olGjRpw/f56OHTtSunRp6tSpw9atW4FnVz5bt26Nu7s7devW5eDBgzH2nzFjBkWKFOHy5ct8+umnlCtXjkqVKjFu3LhYd5V5e3vTuXNnqlSpQsmSJWnQoAHLly+P9Vk8PT3p2bMn+/fvp0WLFri7u7Ny5Urze8/PKfX06VO+//573nvvPUqVKkWlSpVo3749Bw4ciHFMX19f3n//fcqUKUP58uXp3bs3ly9fjvOzXL9+nSFDhlC+fHnefvtthg4dSkhISJz/v4iIiKQlDRs25MGDBzF+z4aHh7Nt2zYaN278wv3u3LnD0aNHadCgAQ0bNuTWrVscP348UWM7deoUe/bsoVWrVrEaUvDsDqzBgwfH2JaQ+uDq1asMGjSIt99+m8qVKzN16lRMJhN3796ld+/elCtXjnfeeSfWXeuHDh2iSJEi+Pj4MGXKFN555x3KlClDr169uHv3boyxR48e5ZNPPqFGjRqULFmS6tWr8/XXXxMaGhpj3JAhQyhbtiw3btyge/fulC1blkGDBpnf+/ecUps3b6ZFixaULVuWcuXK0bhxYxYvXhxjzM2bN/nkk0+oWLEipUuXpk2bNuzZs+eFn+XHH380X/z94IMPuH79+gv+nxGRf1NTSiQNi57T6UVzLzVq1Ah/f38OHTpk3rZp0yYqV64cZ5PJzc2Ns2fPcvHixXidPyIigvv378f69+9i4992795NunTp4iyy4jJjxgzGjBmDi4sLQ4YMoW7duvz88898+OGHPH36NMbYhw8f0qtXL9zd3fn888+xt7dnwIAB+Pj4MGDAAKpXr87AgQMJCQnhk08+ISgoKNb5PvvsM8LCwhg4cCDvvvsuP/30E8OHD48xZsWKFbi5udGzZ0+GDBnCG2+8wejRo1m2bFms4129epWBAwfyzjvv8MUXX1CsWLE4P+f333/P999/T6VKlRgxYgS9evUiV65cnD171jzm4MGDfPTRRwQEBNC3b1+6dOnCiRMnaN++Pbdu3YrzswQHBzNgwADq16/PmjVr+P777+P1dRcREUnN3NzcKFOmDJs3bzZv27dvH48fP451B/rzNm3ahKOjIzVr1sTd3Z28efOycePGF46Pq1aKq/543u7duwHifZdVQuuD/v37YzKZGDhwIKVLl+bHH39k8eLFdO3aFVdXVwYNGkTevHn55ptvOHLkSKz9f/zxR/bs2UP37t3p1KkTBw8epEuXLjFqwK1btxIaGkr79u0ZPnw4VatWZenSpXh5ecU6XkREBN26dcPJyYnBgwfz3nvvxfk5Dxw4wIABA8icOTODBg1i4MCBVKxYMUZT8N69e7Rr147ffvuN9u3b079/f8LCwujduzc7duyIdcy5c+eyY8cOPvzwQ3r27MmpU6fMTTER+W96fE8kDQkKCuL+/fuEh4dz6tQpvv/+e+zt7alZs2ac4/Pnz0/JkiXZtGkTVapU4dGjR+zduzfOuQ0APvzwQ7p3706zZs1wd3fn7bffpkqVKlSqVCnO26d/++03qlSpEmv7wIED6dGjxws/x5UrV8ifP3+8Hl+7f/8+s2fPpmrVqsydOxeD4VkvvkCBAowZM4YNGzbQsmVL8/h//vmHyZMn06hRIwA8PDyoX78+AwcOZOXKlZQuXRqAggUL0q1bN7Zv306LFi1inDN37tz8+OOPAHTo0IGMGTOyfPlyPvzwQ4oWLQrA0qVLSZcunXmfjh070q1bNxYuXEiHDh1iHO/69evMmzePatWqvfSz7tmzh+rVqzN27NgXjvn222/JkiULP//8M1mzZgWgdu3aNG/enBkzZvDNN9/EGF+sWDG+/vpr8+sHDx6wevVqPv/885fGIiIikhY0btyYyZMnExoaSrp06di4cSMVKlSItYjM8zZu3EitWrXMdUCDBg34+eef+eKLL2I8BgjPHkOLq1b6r0Vhou9wKly4cLw+R0LrA3d3d8aMGQNA27Zt8fT0ZMKECQwYMMBcwzVq1Ihq1arh7e1NhQoVYuz/8OFDfHx8yJgxIwDFixfns88+Y9WqVXTu3BmAQYMGxaiV2rZtS758+ZgyZQp37twhV65c5vfCw8OpV68eAwcOfOnn3LNnDxkzZmT+/PkvnJdrzpw53Lt3L8Yk9q1bt6ZJkyaMHz+eWrVqmetJeDa1xbp168x1aebMmfnqq6+4ePFivL/+ImmZ7pQSSUO6dOlClSpVqF69Op988gmOjo78+OOP5MyZ84X7NG7cmB07dphvRzcajdSuXTvOse+88w4rV67E09OT8+fPM2/ePLp168a7777Lrl27Yo0vXbo0CxcujPWvYcOGL/0cQUFBZMiQIV6f+eDBgzx9+pTOnTvHKCBat25NxowZ2bt3b4zx6dOnj3H+AgUKkDlzZgoWLGhuSEXHDnE/+vjvplLHjh2BZ1dPoz1fZD1+/Jj79+9TsWJFbt68yePHj2Psnzt37v9sSMGzIuivv/7i2rVrcb7/zz//cO7cOZo3b24uOAGKFi2Kh4dHrK8FQLt27WK8Ll++PA8ePPjPK7QiIiJpQf369QkLC+PXX38lKCiIPXv2vPTRvfPnz3Px4kXzxS949hhgYGAgv/32W6zxDg4OcdZK/3UnTvTv6fjUS69SH7Rq1cr830ajkZIlS2IymWJsz5w5M2+++WactVKzZs3MDSmAevXqkSNHjhjner5WevLkCffv36ds2bKYTCb+/PPPWMds3779f37WzJkzExISEmtqg+ft3bsXd3f3GBPYZ8iQgbZt23L79m0uXboUY3yLFi1iXCj9r+kxRCQm3SklkoaMGDGCN998k8ePH+Pt7c2RI0f+826jBg0a8M0337Bv3z42bNhAjRo1YhQR/+bu7s73339PeHg458+fZ+fOnSxatIhPP/2UdevWUahQIfPYbNmy4eHhkeDPkTFjRoKDg+M19s6dO8Cz5tLz7O3tyZMnj/kRxmg5c+aMtaJdpkyZYjXuMmXKBBBrXiqAfPnyxXidN29eDAZDjNvfjx07xowZMzh58mSsOZoeP35sPj48a0rFxyeffMLHH39M3bp1KVy4MFWrVqVp06bmu7OivxZxLf9csGBBfvvtN/PEoNGevwoJ/3vU8+HDhy/NAxERkbQge/bsVKlShU2bNhEaGkpkZORLpxfYsGED6dOnJ0+ePOZ5hxwcHHBzc2Pjxo3UqFEjxnij0fjKtRJAcHDwC6dpiJYY9UGmTJlwcHAge/bssbbHNeH7v2slGxsb8uXLF6Muu3PnDtOnT2f37t08fPgwxvh/XxyztbV96UXWaO+//z5btmyhe/fuuLq68s4771C/fn3efffdGOd9/kJktOha8s6dOzHugHpRrRRXjSgisakpJZKGuLu7m1ffq127Nu+//z4DBw5k69atL7yS5uLiQsWKFVm4cCHHjx9nxowZ8TqXvb097u7uuLu7kz9/foYOHcrWrVvp27fva3+OAgUKcO7cOcLDwxN9BboX3cr9ou3xWWb4302uGzdu0KVLFwoUKGCeT8rOzo69e/eyaNGiGBPLQ8wrhS9ToUIFduzYwa5duzhw4ACrV69m8eLFjB49mtatW8frGP/2/N1lz9PyyiIiIs80atSI4cOHc+/ePd59990XNoFMJhObN2/myZMncc45df/+fYKDg+N9N/jLRDdQLl68GOOOn8QSV33wOrXSv0VGRtK1a1cePnzIRx99RIECBUifPr15oZt/10r29vYvrFme5+TkxLp16/jtt9/Yt28f+/btY82aNTRr1izWI4rxpVpJ5PXo8T2RNMpoNDJgwAD++eefOCfXfl6jRo04evQoGTNmjHElKb5KliwJPLs9PDHUrFmT0NBQtm/f/p9jo69eXblyJcb28PBwbt26hZubW6LE9Lx/r7hy/fp1oqKizHc87d69m/DwcH788UfatWtH9erV8fDwiHfz6WWyZs1Ky5YtmTJlCnv27KFIkSLmRmL01+Lq1aux9rty5QrZsmWLcRVURERE/ludOnUwGAycPHkyxmN5/3b48GH+/vtvPvnkE6ZNmxbj39ixYwkJCWHnzp2JElP0fKEbNmz4z7GWqA/+XSuZTCauX79urssuXrzItWvXGDJkCD169KB27dp4eHjg4uLy2ue2t7fH09OTUaNGsXPnTtq2bcu6devMMeXKleuFX4vo90Uk8agpJZKGVapUCXd3dxYvXkxYWNgLx9WrV4++ffsycuTIl96Z9Pvvv8d5VSh6foB/P0L3qtq1a0eOHDmYMGFCnEVDQEAAP/zwA/BsonI7Ozt++umnGLGtXr2ax48fU7169USJ6Xn/bvItXboUwNzQi76S+Hw80Y9Uvo7AwMAYrzNkyEDevHkJDw8Hnt31VqxYMdatWxfjlvKLFy9y4MCBJPlaiIiIpHYZMmRg1KhR9OvXD09PzxeOi35076OPPqJevXox/rVp04b8+fO/dBW+hChbtizVqlXjl19+ibPRFR4ebr4zyBL1wbp162I8grd161b8/f3NtVL03UfP10omk4klS5a81nn/XSsZDAaKFCkCYK6XqlevzunTpzlx4oR53JMnT1i1ahVubm4xpqIQkdenx/dE0rhu3brx6aefsmbNmhdOEJkpUyb69ev3n8caN24cISEh1KlThwIFCvD06VOOHz/Oli1bcHNzi7VKnZ+fH+vXr491nAwZMrxwMnWALFmyMHPmTHr06EGzZs1o0qQJJUqUAODPP/9k06ZNlC1bFng210PPnj35/vvv+eijj/D09OTq1assX76cUqVK0aRJk//8XAl169YtevXqRbVq1Th58iQbNmygUaNG5rmd3nnnHezs7OjVqxft2rUjODiYX375BScnJ/z9/V/5vA0bNqRixYqUKFGCrFmzcubMGbZt22aeaB3Ay8uL7t2707ZtW1q1akVoaChLly4lU6ZMifJopYiISFrUvHnzl74fHh7O9u3b8fDwwMHBIc4xnp6eLFmyhICAAJycnACIiIiIs1aCZ3dovewOpm+//ZYPP/yQvn37UrNmTapUqYKjoyPXr1/Hx8eHf/75h8GDBwPJXx9kyZKF999/nxYtWhAQEMDixYvJly8fbdq0AZ5dyMybNy/ffPMNfn5+ZMyYkW3btr32PE1ffvklDx8+pHLlyri6unLnzh2WLl1KsWLFKFiwIAA9evRg8+bNdO/enU6dOpElSxbWrVvHrVu3mDFjRrweExSR+FNTSiSNe++998ibNy8LFiygTZs2L5wPID68vLzYunUre/fu5eeff+bp06fkypWL999/n969e8eaY+HcuXN4eXnFOo6bm9tLm1LwbPW7jRs3Mn/+fPbs2cP69esxGAwUKFCAHj16xGjE9OvXj+zZs7N06VLGjx9PlixZaNOmDQMGDMDOzu6VP++LTJ06lWnTpjF58mRsbW3p2LFjjM9ZoEABpk+fztSpU/nmm29wdnamffv2ZM+enWHDhr3yeTt16sTu3bs5cOAA4eHh5MqVi88++4xu3bqZx3h4eDBv3jymT5/O9OnTsbW1pUKFCnz++efkyZPntT63iIiIxG3Pnj08evTI/FhdXGrWrMmCBQvYvHkznTt3Bp41s+KqlQB27dr10qZU9uzZWblyJcuXL8fHx4fvvvuOp0+f4ubmhqenp/kckPz1Qa9evbhw4QJz5swhODiYKlWqMHLkSBwdHQGws7Nj1qxZjBs3jtmzZ+Pg4ECdOnXo0KEDTZs2feXzNmnShFWrVrF8+XIePXpEjhw5qF+/Pv369TM3m5ydnVm5ciUTJ05k6dKlhIWFUaRIEWbNmhVrInoReX02Js3AJiKSKGbMmMH333+Pr69vrNVnRERERNK6Q4cO0blzZ6ZNm0a9evUsHY6IpAC691BERERERERERJKdmlIiIiIiIiIiIpLs1JQSEREREREREZFkpzmlREREREREREQk2elOKRERERERERERSXZqSomIiIiIiIiISLKztXQAyS0qKoqIiAgMBgM2NjaWDkdERERSOJPJRFRUFLa2thgMafd6nmooERERia/41k9prikVERHBmTNnLB2GiIiIWJlSpUphb29v6TAsRjWUiIiIJNR/1U9prikV3aErVaoURqPRwtGkPpGRkZw5c0ZfX7E6yl2xZsrfpBX99U3Ld0mBaqikpO9hsWbKX7FWyt2kFd/6Kc01paJvNzcajUq8JKSvr1gr5a5YM+Vv0krrj6yphkp6+tqKNVP+irVS7iat/6qf0vYlPxERERERERERsQg1pUREREREREREJNmpKSUiIiIiIiIiIslOTSkREREREREREUl2akqJiIiIiIiIiEiyU1NKRERERERERESSnZpSIiIiIiIiIiKS7NSUkkTn6Oho6RBERERErIrqJxERSYvUlLICkVEmS4cQb0ajkeLFi2M0Gi0dSrxZ09dXREREEiAqytIRxIs11k/W8rUVEZGUzdbSAch/MxpsmLD2BDfvBVk6lFQnj3NGhjQva+kwREREJCkYDOD9Hdy7ZelIUhfn3NCyv6WjEBGRVEBNKStx814Ql/5+ZOkwRERERKzLvVtw94qloxAREZE46PE9ERERERERERFJdmpKiYiIiFihZcuW4enpSalSpWjdujWnT59+6fhFixZRt25d3N3dqV69Ol9//TVhYWHJFK2IiIhIbGpKiYiIiFgZHx8fxo8fT58+fVi7di1FixalW7duBAQExDl+48aNTJ48mb59++Lj48NXX32Fj48PU6ZMSebIRURERP7Hok2pI0eO0KtXL6pWrUqRIkXYuXPnf+5z6NAhmjdvTsmSJalTpw5r1qxJhkhFREREUo6FCxfSpk0bWrZsSaFChRg9ejTp0qXD29s7zvEnTpygXLlyNG7cmNy5c1O1alUaNWr0n3dXiYiIiCQlizalnjx5QpEiRRg5cmS8xt+8eZOePXtSqVIl1q9fzwcffMCXX37J/v37kzhSERERkZQhPDycs2fP4uHhYd5mMBjw8PDgxIkTce5TtmxZzp49a25C3bx5k71791K9evVkiVlEREQkLhZdfa969eoJKoZWrlxJ7ty5GTJkCAAFCxbk2LFjLFq0iGrVqiVVmCIiIiIpRmBgIJGRkTg5OcXY7uTkxJUrca8y17hxYwIDA3n//fcxmUxERETQrl07evXqleDzR0ZGvlLclmA0Gi0dQqpmTbkgSSc6D5QPYm2Uu0krvl9XizalEurkyZNUqVIlxraqVavy9ddfWygiERERkZTv0KFDzJ49m5EjR+Lu7s6NGzf46quvmDlzJn369EnQsc6cOZNEUSYuR0dHihcvbukwUrULFy4QEhJi6TAkhbCWnw0i/6bctSyrakrdu3cPZ2fnGNucnZ0JCgoiNDSUdOnSxftY1tQN1VW+pGdN+SBJQ1dKxJopf5NWSvu6ZsuWDaPRGGtS84CAgFh1UrRp06bRpEkTWrduDUCRIkV48uQJI0aMoHfv3hgM8Z/RoVSpUqpNBHiWRyKRkZGcOXNGPxvE6ih3k1b01/e/WFVTKjFZSzdUV/mSh670STRr+dkgEhflb9pgb29PiRIl8PX1pXbt2gBERUXh6+tLx44d49wnNDQ0VuMpugA3mUwJOr/RaFTxLoAunEpM+tkg1kq5a1lW1ZRydnbm3r17Mbbdu3ePjBkzJuguKdBVPolJV/pEV0rEmil/k1Z8r/Qlp65duzJ48GBKliyJu7s7ixcvJiQkhBYtWgDg5eWFq6srAwcOBKBmzZosXLiQ4sWLmx/fmzZtGjVr1lTOiIiIiMVYVVOqTJky7Nu3L8a2gwcPUqZMmQQfS91QeZ5yQaLpZ4NYK0dHR+VvGtKgQQPu37/P9OnT8ff3p1ixYsybN8/8+N7du3dj3BnVu3dvbGxsmDp1Kn5+fmTPnp2aNWvSv39/S30EEREREcs2pYKDg7lx44b59a1btzh37hxZsmQhV65cTJ48GT8/P7799lsA2rVrx7Jly/j2229p2bIlv//+O1u2bGH27NmW+ggiIpJKRUaZMBpsLB1GvBiNRqt71Nuavr4pVceOHV/4uN5PP/0U47WtrS19+/alb9++yRGaiIiISLxYtCn1xx9/0LlzZ/Pr8ePHA9C8eXMmTJiAv78/d+/eNb+fJ08eZs+ezfjx41myZAk5c+Zk3LhxVKtWLdljFxGR1M1osGHC2hPcvBdk6VBSnTzOGRnSvKylwxARERERC7NoU6pSpUpcuHDhhe9PmDAhzn3WrVuXhFGJiIg8c/NeEJf+fmTpMEREREREUqX4r/8rIiIiIiIiIiKSSNSUEhEREREREZE0x9HR0dIhpHlWtfqeiIiIiIiIiKRQUVFgsI57X6xxoRhr+vrGl5pSIiL/T1dKREREREReg8EA3t/BvVuWjiT1cc4NLftbOopEp6aUiCQpa1n23RqvlFjL11ZERERE0pB7t+DuFUtHIVZCTSkRSVJGgw0T1p7g5r0gS4eSquRxzsiQ5mUtHYaIiIiIiMgrU1NKRJLczXtBXPr7kaXDEBERERERkRQkdc2QJSIiIiIiIslK83KKyKvSnVIiIiIiIiIpiRWtsGWN83Ja09dXJLVTU0pERERERCQl0QpmSSeVrmAmYq3UlBIREREREUlptIKZiKQBumdRRERERERERESSnZpSIiIiIiIiIiKS7BL8+N7Nmzc5duwYt2/fJjQ0lOzZs1OsWDHKli2Lg4NDUsQoIiIiIiIiIiKpTLybUhs2bGDJkiX88ccfODs74+LigoODAw8fPuTGjRs4ODjQuHFjunfvjpubW1LGLCIiIiIiIiIiVi5eTalmzZphZ2dH8+bNmTFjBm+88UaM98PDwzlx4gSbN2+mZcuWjBw5kvr16ydJwCIiIiIiIiIiYv3i1ZQaOHAg1apVe+H79vb2VKpUiUqVKtG/f39u376daAGKiIiIiIiIiEjqE6+JzqMbUhEREaxbt4579+69cGy2bNkoWbJk4kQnIiIiIiIiIiKpUoImOre1tWXkyJH4+PgkVTwiIiIiqU5UVBSHDx/m6NGj3LlzJ8ZiMR4eHrGmRhARERFJC+J1p9Tz3N3dOXfuXFLEIiIiIpKqhIaG8sMPP1C9enV69OjB/v37efz4MQaDgevXrzNjxgxq1apF9+7dOXnypKXDFREREUlWCbpTCqB9+/ZMmDCBv//+mxIlSuDo6Bjj/aJFiyZacCIiIiLWrG7dupQpU4Zx48bh4eGBnZ1drDG3b99m06ZNDBgwgF69etGmTRsLRCoiIiKS/BLclBowYAAA48aNM2+zsbHBZDJhY2Oju6hERERE/t+CBQsoWLDgS8e4ubnRs2dPPvzwQ+7evZtMkYmIiIhYXoKbUrt27UqKOERERERSneiGVEREBLNmzaJVq1bkzJkzzrF2dnbkzZs3OcMTERERsagEN6Xc3NySIg4RERGRVMvW1pb58+fTrFkzS4ciIiIikmIkeKJzgHXr1tGuXTuqVq3K7du3AVi0aBE7d+5M1OBEREREUovKlStz5MgRS4chIiIikmIk+E6p5cuXM336dD744ANmzZpFVFQUAJkzZ2bx4sXUrl070YMUERERsXbvvvsukydP5uLFi3EuFlOrVi0LRSYiIiJiGQluSi1dupRx48ZRu3Zt5syZY95esmRJvvnmm0QNTkRERCS1GD16NAALFy6M9Z4WixEREZG0KMFNqVu3blGsWLFY2+3t7QkJCUmUoERERERSm/Pnz1s6BBEREZEUJcFzSuXOnTvOK3n79+//zyWPRURERATCwsIsHYKIiIiIxSW4KdW1a1fGjBmDj48PAKdPn+bHH39kypQpfPTRR4keoIiIiEhqEBkZycyZM6lWrRply5bl5s2bAEydOpVffvnFwtGJiIiIJL8EN6Vat27NoEGDmDp1KiEhIQwcOJAVK1YwbNgwGjZsmBQxioiIiFi9H3/8kbVr1/L5559jZ2dn3l64cGFWr15twchERERELCPBc0oBNGnShCZNmhASEsKTJ09wcnJK7LhEREREUpX169czduxYqlSpwsiRI83bixQpwpUrVywYmYiIiIhlJPhOqc6dO/Po0SMAHB0dzQ2poKAgOnfunOAAli1bhqenJ6VKlaJ169acPn36peMXLVpE3bp1cXd3p3r16nz99deal0FERERSPD8/P/LmzRtru8lkIiIiwgIRiYiIiFhWgptShw8f5unTp7G2h4WFcezYsQQdy8fHh/Hjx9OnTx/Wrl1L0aJF6datGwEBAXGO37hxI5MnT6Zv3774+Pjw1Vdf4ePjw5QpUxL6MURERESSVaFChTh69Gis7Vu3bo1zZWMRERGR1C7ej+89v4zxpUuX8Pf3N7+Oiopi//79uLq6JujkCxcupE2bNrRs2RKA0aNHs2fPHry9venRo0es8SdOnKBcuXI0btwYeLYSYKNGjTh16lSCzisiIiKS3D7++GOGDBmCn58fJpOJ7du3c/XqVdatW8fs2bMtHZ6IiIhIsot3U6pZs2bY2NhgY2PDBx98EOv9dOnS8eWXX8b7xOHh4Zw9e5aePXuatxkMBjw8PDhx4kSc+5QtW5YNGzZw+vRp3N3duXnzJnv37qVp06bxPm+0yMjIBO9jKUaj0dIhpHrWlA/WRvmbtJS7SUe5m/SsJX8TK87atWsza9YsZs6ciaOjI9OnT6d48eLMmjWLd955J1HOISIiImJN4t2U2rVrFyaTidq1a/PLL7+QPXt283t2dnY4OTklqIAPDAwkMjIy1iTpTk5OL5zss3HjxgQGBvL++++b519o164dvXr1ivd5o505cybB+1iCo6MjxYsXt3QYqd6FCxcICQmxdBipjvI36Sl3k4ZyN3mkxfwtX748CxcutHQYIiIiIilCvJtSbm5uACxZsoRixYphaxtz18jISI4cOUKFChUSN8LnHDp0iNmzZzNy5Ejc3d25ceMGX331FTNnzqRPnz4JOlapUqV0FVzMihQpYukQRF6JclesmbXkb2RkZKJczKpVqxarV68mW7ZsMbY/evSI5s2bs2vXrtc+h4iIiIg1iXdTKtoHH3zAb7/9FusOp0ePHtG5c2fOnTsXr+Nky5YNo9EYa1LzgIAAnJ2d49xn2rRpNGnShNatWwPPitknT54wYsQIevfujcEQ/3nbjUajmlJiplwQa6XcFWuW1vL39u3bREVFxdoeHh6On5+fBSISERERsawEN6VMJhM2Njaxtj948ABHR8d4H8fe3p4SJUrg6+tL7dq1gWcTpvv6+tKxY8c49wkNDY3VeIouaE0mU7zPLSIiIpJcnr8Dav/+/WTKlMn8Orr2ib4jXURERCQtiXdTqm/fvgDY2NgwZMgQ7O3tze9FRkZy4cIFypYtm6CTd+3alcGDB1OyZEnc3d1ZvHgxISEhtGjRAgAvLy9cXV0ZOHAgADVr1mThwoUUL17c/PjetGnTqFmzZpq72ioiIiLW4fkpBoYMGRLjPVtbW9zc3GJtFxEREUkL4t2Uir6qZzKZyJAhA+nSpTO/Z2dnR5kyZcyP1cVXgwYNuH//PtOnT8ff359ixYoxb9488+N7d+/ejXFnVO/evbGxsWHq1Kn4+fmRPXt2atasSf/+/RN0XhEREZHkcv78eQA8PT1ZvXp1jMViXseyZcuYP38+/v7+FC1alOHDh+Pu7v7C8Y8ePeK7775jx44dPHjwADc3N4YNG0b16tUTJR4RERGRhIp3U2r8+PHAswnPP/zwQ9KnT58oAXTs2PGFj+v99NNPMV7b2trSt29f811bIiIiItbik08+IWPGjLG2h4eH4+PjQ7NmzeJ9LB8fH8aPH8/o0aMpXbo0ixcvplu3bmzdujXWvJ/R5+jatStOTk5MmzYNV1dX7ty5Q+bMmV/nI4mIiIi8lvjPDP7/+vbti729PQcPHmTlypUEBQUB4OfnR3BwcKIHKCIiIpIaDB06lMePH8faHhwczNChQxN0rIULF9KmTRtatmxJoUKFGD16NOnSpcPb2zvO8d7e3jx8+JCZM2fy9ttvkzt3bipWrEjRokVf6bOIiIiIJIYET3R++/ZtPvroI+7evUt4eDjvvPMOGTNmZO7cuYSHhzNmzJikiFNERETEqr1osRg/P78Yk5//l/DwcM6ePUvPnj3N2wwGAx4eHpw4cSLOfXbv3k2ZMmUYM2YMu3btInv27DRq1Iju3bsneF7OyMjIBI23JM05mrSsKResjXI36Sl/k4ZyN+lZS+7GN84EN6W++uorSpYsyfr166lUqZJ5e506dRg+fHhCDyciIiKSqjVr1gwbGxtsbGz44IMPsLX9X/kVGRnJrVu3qFatWryPFxgYSGRkZKzH9JycnLhy5Uqc+9y8eZPff/+dxo0bM2fOHG7cuMHo0aOJiIhI8LQIZ86cSdB4S3F0dKR48eKWDiNVu3DhAiEhIZYOI9VR7iYP5W/iU+4mj9SWuwluSh07dowVK1bEWH0Pns015efnl2iBiYiIiKQGtWvXBuDcuXNUrVqVDBkymN+zs7PDzc2N9957L0ljMJlMODk5MXbsWIxGIyVLlsTPz4/58+cnuClVqlQpXQkXAIoUKWLpEERemfJXrJW15G5kZGS8LmQluCkVFRVFVFRUrO1///13jCJLRERERDA3fdzc3GjQoAEODg6vdbxs2bJhNBoJCAiIsT0gIMC8gvG/5ciRA1tb2xjNpAIFCuDv7094eHisi40vYzQa1ZQSQI/piHVT/oq1Sm25m+CJzt955x0WL14cY1twcDAzZszQksIiIiIiL9C8eXPCwsL45ZdfmDx5Mg8ePADg7NmzCbrb3N7enhIlSuDr62veFhUVha+vL2XLlo1zn3LlynHjxo0YFxavXbtGjhw5EtSQEhEREUlMCW5KDRkyhOPHj9OgQQPCw8MZNGgQnp6e+Pn5MWjQoKSIUURERMTqnT9/nrp16zJ37lwWLFhgXolv+/btTJ48OUHH6tq1K6tWrWLt2rVcvnyZUaNGERISQosWLQDw8vKKccz27dvz4MEDvvrqK65evcqePXuYPXs2HTp0SLwPKCIiIpJACX58L2fOnKxfv57Nmzdz4cIFnjx5QqtWrWjcuDHp0qVLihhFRERErN748eNp3rw5Xl5eMe5oql69eoIv7DVo0ID79+8zffp0/P39KVasGPPmzTM/vnf37l0Mhv9de3zjjTeYP38+48ePp0mTJri6utK5c2e6d++eOB9ORERE5BUkuCkFYGtrS9OmTRM7FhEREZFU648//mDs2LGxtru6uuLv75/g43Xs2JGOHTvG+d5PP/0Ua1vZsmVZtWpVgs8jIiIiklReqSl15coVli5dyuXLlwEoWLAgHTp0oGDBgokanIiIiEhqYW9vT1BQUKzt165dI3v27BaISERERMSyEjyn1LZt22jcuDFnz56laNGiFC1alD///JMmTZqwbdu2pIhRRERExOp5enoyc+ZMnj59at52584dJk2axHvvvWfByEREREQsI8F3Sk2cOJEePXrw6aefxtg+ffp0Jk6cSN26dRMtOBEREZHUYsiQIXzyySd4eHgQFhZGp06duHfvHmXKlKF///6WDk9EREQk2SW4KeXv70+zZs1ibW/SpAnz589PjJhEREREUp1MmTKxcOFCjh49al4spkSJEnh4eFg6NBERERGLSHBTqmLFihw9epR8+fLF2H7s2DHKly+faIGJiIiIpEbly5dXzSQiIiJCPJtSu3btMv+3p6cnkyZN4uzZs5QuXRqAU6dOsXXrVvr165c0UYqIiIikAr6+vixatCjGYjEffPCB7pYSERGRNCleTak+ffrE2rZ8+XKWL18eY9uYMWNo37594kQmIiIikoosW7aMr7/+mrp169K5c2fg2YW9Hj16MHToUDp06GDhCEVERESSV7yaUufPn0/qOERERERStdmzZzN06FA6duwYY3u5cuWYNWuWmlIiIiKS5hgsHYCIiIhIWvD48WOqVasWa/s777xDUFCQBSISERERsSw1pURERESSgaenJzt27Ii1fdeuXdSoUSP5AxIRERGxsASvviciIiIi8bNkyRLzfxcsWJBZs2Zx+PBhypQpAzybU+r48eN07drVQhGKiIiIWI6aUiIiIiJJZNGiRTFeZ86cmUuXLnHp0iXztkyZMuHt7c3HH3+czNGJiIiIWJaaUiIiIiJJZPfu3ZYOQURERCTFSvCcUmfPnuXChQvm1zt37uTjjz9mypQphIeHJ2pwIiIiIiIiIiKSOiW4KTVixAiuXbsGwM2bNxkwYACOjo5s3bqViRMnJnZ8IiIiIiIiIiKSCiW4KXXt2jWKFSsGwJYtW6hQoQKTJ09m/PjxbN++PdEDFBERERERERGR1CfBTSmTyURUVBQAvr6+vPvuuwC88cYbBAYGJm50IiIiIiIiIiKSKiW4KVWyZEl+/PFH1q1bx5EjR6hRowYAt27dwtnZObHjExERERERERGRVCjBTalhw4bx559/MnbsWHr16kW+fPkA2LZtG2XLlk30AEVERERSg3379nH06FHz62XLltG0aVMGDhzIw4cPLRiZiIiIiGUkuClVtGhRNm7cyLFjx+jbt695u5eXFxMmTEjU4ERERERSi4kTJxIcHAzAhQsXmDBhAtWrV+fWrVuqoURERCRNsk2sAzk4OCTWoURERERSnVu3blGwYEEAtm/fTs2aNRkwYABnz56lR48eFo5OREREJPnFqylVsWJFtm7dSvbs2alQoQI2NjYvHHv48OFEC05EREQktbCzsyM0NBSAgwcP0qxZMwCyZMlCUFCQBSMTERERsYx4NaWGDh1KxowZgWdzSiWmZcuWMX/+fPz9/SlatCjDhw/H3d39heMfPXrEd999x44dO3jw4AFubm4MGzaM6tWrJ2pcIiIiIompXLlyjB8/nnLlynHmzBmmTp0KwLVr18iZM6dlgxMRERGxgHg1pZo3bx7nf78uHx8fxo8fz+jRoyldujSLFy+mW7dubN26FScnp1jjw8PD6dq1K05OTkybNg1XV1fu3LlD5syZEy0mERERkaQwYsQIRo8ezbZt2xg5ciSurq7AswnQq1WrZuHoRERERJJfos0p9SoWLlxImzZtaNmyJQCjR49mz549eHt7xzm3gre3Nw8fPmTlypXY2dkBkDt37mSNWURERORV5MqVi9mzZ8fanth3oYuIiIhYiwSvvpdYwsPDOXv2LB4eHv8LxmDAw8ODEydOxLnP7t27KVOmDGPGjMHDw4NGjRoxa9YsIiMjkytsERERkXh7fq6ooKCgl/4TERERSWssdqdUYGAgkZGRsR7Tc3Jy4sqVK3Huc/PmTX7//XcaN27MnDlzuHHjBqNHjyYiIoK+ffsm6PzW1MgyGo2WDiHVs6Z8sDbK36Sl3E06yt2kZy35+zpxVqhQgd9++w0nJyfKly8f52IxJpMJGxsbzp079zphioiIiFgdiz6+l1AmkwknJyfGjh2L0WikZMmS+Pn5MX/+/AQ3pc6cOZNEUSYuR0dHihcvbukwUr0LFy4QEhJi6TBSHeVv0lPuJg3lbvJIC/m7ePFismTJAsCSJUssHI2IiIhIypKgptTTp08pXbo069ato3Dhwq914mzZsmE0GgkICIixPSAgAGdn5zj3yZEjB7a2tjGuXhcoUAB/f3/Cw8Oxt7eP9/lLlSqlq+BiVqRIEUuHIPJKlLtizawlfyMjI1/5YlbFihXj/G8RERERSWBTys7OjjfeeIOoqKjXPrG9vT0lSpTA19eX2rVrAxAVFYWvry8dO3aMc59y5cqxadMmoqKiMBieTYd17do1cuTIkaCGFDx7LENNKYmmXBBrpdwVa6b8FREREUnbEjzRea9evZgyZQoPHjx47ZN37dqVVatWsXbtWi5fvsyoUaMICQmhRYsWAHh5eTF58mTz+Pbt2/PgwQO++uorrl69yp49e5g9ezYdOnR47VhERERERERERCT5JHhOqWXLlnH9+nWqVatGrly5SJ8+fYz3165dG+9jNWjQgPv37zN9+nT8/f0pVqwY8+bNMz++d/fuXfMdUQBvvPEG8+fPZ/z48TRp0gRXV1c6d+5M9+7dE/oxRERERERERETEghLclIp+1C6xdOzY8YWP6/3000+xtpUtW5ZVq1YlagwiIiIiSclkMnH37l2cnJxwcHCwdDgiIiIiKUKCm1IJXeVOREREJK0zmUy89957bNq0ifz581s6HBEREZEUIcFzSgE8evSIX375hcmTJ5vnljp79ix+fn6JGZuIiIhIqmAwGMiXL1+izMkpIiIiklokuCl1/vx56taty9y5c1mwYAGPHz8GYPv27TEmJRcRERGR/xk4cCDffvstFy9etHQoIiIiIilCgh/fmzBhAs2bN8fLy4uyZcuat1evXp1BgwYlanAiIiIiqcXgwYMJCQmhadOm2NnZkS5duhjvHz582EKRiYiIiFhGgptSZ86cYcyYMbG2u7q64u/vnyhBiYiIiKQ2w4YNs3QIIiIiIilKgptS9vb2BAUFxdp+7do1smfPnihBiYiIiKQ2zZs3t3QIIiIiIilKgueU8vT0ZObMmTx9+tS87c6dO0yaNIn33nsvUYMTERERSU1u3LjBd999x4ABAwgICABg7969/PXXXxaOTERERCT5JbgpNWTIEJ48eYKHhwdhYWF06tSJ9957jwwZMtC/f/+kiFFERETE6h0+fJjGjRtz+vRptm/fzpMnTwC4cOECM2bMsHB0IiIiIskvwY/vZcqUiYULF3L06FEuXLjAkydPKFGiBB4eHkkRn4iIiEiqMHnyZD777DO6du0aY7GYypUrs3TpUgtGJiIiImIZCb5TKiwsDIDy5cvToUMHunfvroaUiIiIyH+4ePEitWvXjrU9e/bsBAYGJvh4y5Ytw9PTk1KlStG6dWtOnz4dr/02b95MkSJF+PjjjxN8ThEREZHElOCmVHQzaurUqfj6+hIaGpoUcYmIiIikKpkyZYpzpeJz587h6uqaoGP5+Pgwfvx4+vTpw9q1aylatCjdunUzz1P1Irdu3eKbb76hfPnyCTqfiIiISFJIcFNq4cKFVKtWjdOnT/Pxxx9ToUIF2rdvz3fffceBAweSIkYRERERq9ewYUMmTZqEv78/NjY2REVFcezYMb755huaNWuWoGMtXLiQNm3a0LJlSwoVKsTo0aNJly4d3t7eL9wnMjKSQYMG0a9fP/LkyfOan0ZERETk9b3SnVK9evViwYIFHDlyhCVLlpAvXz7mzZvHRx99lBQxioiIiFi9/v37U6BAAWrUqMGTJ09o2LAhHTt2pGzZsvTu3TvexwkPD+fs2bMxpk8wGAx4eHhw4sSJF+43c+ZMnJycaN269Wt9DhEREZHEkuCJzgGuXr3K4cOHOXz4MIcOHeLp06fUqFGDihUrJnZ8IiIiIqmCvb0948aN4+OPP+avv/4iODiY4sWLkz9//gQdJzAwkMjISJycnGJsd3Jy4sqVK3Huc/ToUVavXs26deteMfr/iYyMfO1jJBej0WjpEFI1a8oFa6PcTXrK36Sh3E161pK78Y0zwU2patWqERYWRsWKFalYsSLdu3enSJEi2NjYJDhIERERkbTi5s2b5MmTh1y5cpErV65kO29QUBBeXl6MHTuW7Nmzv/bxzpw5kwhRJT1HR0eKFy9u6TBStQsXLhASEmLpMFId5W7yUP4mPuVu8khtuZvgplT27Nm5cuUK9+7dM//Lly8fjo6OSRGfiIiISKpQp04dcubMSYUKFcwX9/Lly5fg42TLlg2j0RhrUvOAgACcnZ1jjb958ya3b9+O8YhgVFQUAMWLF2fr1q3kzZs33ucvVaqUroQLAEWKFLF0CCKvTPkr1spacjcyMjJeF7IS3JRav349jx494siRIxw5coQpU6Zw+fJlihUrRqVKlejfv/8rBSwiIiKSmu3du5dDhw5x5MgR5s2bx/Dhw3FxcaFChQpUrlw53nM92dvbU6JECXx9falduzbwrMnk6+tLx44dY40vUKAAGzdujLFt6tSpBAcH88UXX5AzZ84EfQ6j0aimlAB6TEesm/JXrFVqy91XmlMqc+bM1KpVi3LlylG2bFl27drF5s2bOXXqlJpSIiIiInFwdXWlSZMmNGnSBIBr164xa9YsNm7ciI+PT4ImIO/atSuDBw+mZMmSuLu7s3jxYkJCQmjRogUAXl5euLq6MnDgQBwcHChcuHCM/TNnzgwQa7uIiIhIckpwU2r79u3mCc4vX75MlixZePvttxk8eLAmOhcRERF5gZCQEI4dO2ZeLObPP/+kQIECdOjQIcE1VIMGDbh//z7Tp0/H39+fYsWKMW/ePPPje3fv3sVgSPAiyyIiIiLJKsFNqZEjR1KhQgXatm1LhQoVrOZ5RhERERFLqlChApkzZ6Zx48Z0796d8uXLkyVLllc+XseOHeN8XA/gp59+eum+EyZMeOXzioiIiCSWBDelfH19kyIOERERkVTt3Xff5dixY2zevNm8WEzFihV58803LR2aiIiIiEW80pxSkZGR7Ny5k8uXLwNQqFAhatWqleom3BIRERFJLD/88AMA58+f58iRIxw4cIBp06ZhNBqpWLEikydPtnCEIiIiIskrwU2p69ev06NHD/z8/MxX9ubMmUPOnDmZM2dOgpYUFhEREUlrihQpQmRkJE+fPiUsLIzffvuNLVu2qCklIiIiaU6Cm1Ljxo0jT548/Pzzz2TNmhWAwMBAPv/8c8aNG8ecOXMSO0YRERERq7dw4UIOHTrE8ePHCQ4OpkiRIlSoUIE2bdpQvnx5S4cnIiIikuwS3JQ6cuRIjIYUQLZs2Rg0aBDt27dPzNhEREREUo1NmzZRsWJF2rZtS/ny5cmUKZOlQxIRERGxqAQ3pezt7QkODo61PTg4GDs7u0QJSkRERCS18fb2tnQIIiIiIilKgptSNWrUYMSIEXz11Ve4u7sDcOrUKUaNGoWnp2eiBygiIiKSWjx69IjVq1fHWCymVatWumtKRERE0iRDQnf48ssvyZMnD23btqVUqVKUKlWK9u3bkzdvXr744oukiFFERETE6p05c4Y6deqwaNEiHj58yMOHD1m0aBG1a9fm7Nmzlg5PREREJNkl+E6pzJkz8+OPP3Lt2jWuXLkCQMGCBcmXL1+iByciIiKSWowfPx5PT0/Gjh2Lre2zEiwiIoIvv/ySr7/+mmXLllk4QhEREZHkleCmVLT8+fOTP3/+RAxFREREJPX6448/YjSkAGxtbfnoo49o2bKlBSMTERERsYx4NaXGjx8f7wMOHTr0lYMRERERSa0yZszI3bt3KViwYIztd+/eJUOGDBaKSkRERMRy4tWU+vPPP+N1MBsbm1cKYtmyZcyfPx9/f3+KFi3K8OHDzZOov8zmzZsZMGAAtWrV4ocffnilc4uIiIgkhwYNGvDFF18wePBgypYtC8Dx48f59ttvadiwoYWjExEREUl+8WpK/fTTT0kWgI+PD+PHj2f06NGULl2axYsX061bN7Zu3YqTk9ML97t16xbffPMN5cuXT7LYRERERBKLl5eX+X8jIyOBZ4/vtW/fnkGDBlkyNBERERGLeOU5pRLLwoULadOmjXkuhdGjR7Nnzx68vb3p0aNHnPtERkYyaNAg+vXrx7Fjx3j06FFyhiwiIiKSYPb29nz55ZcMHDiQGzduAJA3b14cHR0tHJmIiIiIZRjiM2jEiBH8/fff8Tqgj48PGzZsiNfY8PBwzp49i4eHx/8CMhjw8PDgxIkTL9xv5syZODk50bp163idR0RERCSlcHR0pEiRIhQpUkQNKREREUnT4nWnVPbs2WnYsCHlypWjZs2alCxZEldXV+zt7Xn06BGXLl3i2LFj+Pj44OLiwpgxY+J18sDAQCIjI2M9pufk5MSVK1fi3Ofo0aOsXr2adevWxescLxJ927w1MBqNlg4h1bOmfLA2yt+kpdxNOsrdpGct+fs6cfbt2zfeY7///vtXPo+IiIiINYpXU+qzzz6jY8eO/PLLL6xYsYJLly7FeD9Dhgx4eHgwZswY3n333SQJFCAoKAgvLy/Gjh1L9uzZX+tYZ86cSaSokpajoyPFixe3dBip3oULFwgJCbF0GKmO8jfpKXeThnI3eaSF/M2UKZOlQxARERFJseI9p5SzszO9e/emd+/ePHz4kLt37xIaGkq2bNnImzfvK628ly1bNoxGIwEBATG2BwQE4OzsHGv8zZs3uX37Nr179zZvi4qKAqB48eJs3bqVvHnzxuvcpUqV0lVwMStSpIilQxB5JcpdsWbWkr+RkZGvfDFr/PjxiRyNiIiISOrxShOdZ8mShSxZsrz2ye3t7SlRogS+vr7Url0beNZk8vX1pWPHjrHGFyhQgI0bN8bYNnXqVIKDg/niiy/ImTNnvM9tNBrVlBIz5YJYK+WuWDPlr4iIiEjaZvHV97p27crgwYMpWbIk7u7uLF68mJCQEFq0aAE8WzbZ1dWVgQMH4uDgQOHChWPsnzlzZoBY20VEREQsrVu3bvTr148yZcq8dFxQUBDLly8nQ4YMdOjQIXmCExEREbEwizelGjRowP3795k+fTr+/v4UK1aMefPmmR/fu3v3LgZDvBYJFBEREUlR6tWrR79+/ciUKZN5sRgXFxccHBxiLBazb98+qlevjpeXl6VDFhEREUk2Fm9KAXTs2DHOx/UAfvrpp5fuO2HChKQISUREROS1tW7dmqZNm7Jlyxa2bNnCqlWrePz4MQA2NjYUKlSIqlWrsnr1agoWLGjhaEVERESSV4poSomIiIikVvb29jRt2pSmTZsC8PjxY0JDQ8maNSt2dnYWjk5ERETEcuL9XNy/V8j7t4iICE6fPv3aAYmIiIikZpkyZSJHjhxqSImIiEiaF++mVNWqVWM0pho3bszdu3fNrx88eEDbtm0TNzoREREREREREUmV4t2UMplMMV7funWLiIiIl44RERERERERERGJS6Iua2djY5OYhxMRERERERERkVQqUZtSIiIiIiIiIiIi8RHvppSNjQ3BwcEEBQXx+PHjGK+j/4mIiIhITKdPnyYyMvKF74eHh+Pj45OMEYmIiIikDLbxHWgymahbt26M182bN4/xWo/viYiIiMTUtm1bfvvtN5ycnAAoV64c69evJ0+ePAA8evSIgQMH0qBBA0uGKSIiIpLs4t2UWrJkSVLGISIiIpIq/XshmLgWhtFiMSIiIpIWxbspVbFixaSMQ0RERCTN0t3mIiIikhbFuykVERFBVFQU9vb25m337t1j5cqVPHnyBE9PT8qXL58kQYqIiIiIiIiISOoS76bU8OHDsbOzY8yYMQAEBQXRqlUrwsLCyJEjB4sXL+aHH36gevXqSRasiIiIiDW6dOkS/v7+5tdXrlwhODgYgMDAQEuFJSIiImJR8W5KHT9+nOHDh5tfr1+/nsjISLZv306mTJmYOHEi8+bNU1NKRERE5F+6dOkSY96onj17As8e29NiMSIiIpJWxbsp5efnR758+cyvfX19qVu3LpkyZQKgefPmrFmzJvEjFBEREbFiu3btsnQIIiIiIilSvJtSDg4OhIWFmV+fPHkSLy+vGO8/efIkcaMTERERsXJubm7/OebixYvJEImIiIhIymKI78CiRYuyfv16AI4ePUpAQACVK1c2v3/jxg1cXFwSP0IRERGRVCgoKIiff/6ZVq1a0bRpU0uHIyIiIpLs4n2nVJ8+fejevTtbtmzB39+f5s2bx2hC7dixg3LlyiVJkCIiIiKpxZEjR1i9ejXbt2/HxcWFOnXqMGLECEuHJSIiIpLs4t2UqlixImvWrOG3334jR44c1KtXL8b7xYoVw93dPdEDFBEREbF2/v7+rF27ltWrVxMUFET9+vUJDw9n5syZFCpUyNLhiYiIiFhEvJtSAAULFqRgwYJxvte2bdtECUhEREQkNenVqxdHjhyhRo0aDBs2jGrVqmE0Glm5cqWlQxMRERGxqHg3pY4cORKvcRUqVHjlYERERERSm3379tGpUyfat29P/vz5LR2OiIiISIoR76ZUp06dsLGxAcBkMsU5xsbGhnPnziVOZCIiIiKpwPLly1m9ejUtWrSgYMGCNG3alAYNGlg6LBERERGLi3dTKkuWLGTIkIHmzZvTtGlTsmXLlpRxiYiIiKQKZcqUoUyZMgwbNgwfHx+8vb2ZMGECUVFRHDhwgJw5c5IxY8YEH3fZsmXMnz8ff39/ihYtyvDhw184v+eqVatYt24df/31FwAlSpRgwIABmg9URERELMoQ34H79+9n0KBBnDx5ksaNG/PFF19w/PhxMmbMSKZMmcz/RERERCS29OnT06pVK1asWMGGDRvo2rUrc+fOxcPDg169eiXoWD4+PowfP54+ffqwdu1aihYtSrdu3QgICIhz/KFDh2jYsCFLlixh5cqVvPHGG3z44Yf4+fklxkcTEREReSXxbkrZ29vToEED5s+fz5YtWyhcuDBjx46levXqfPfdd0RERCRlnCIiIiKpRoECBfDy8mLv3r1MmTIlwfsvXLiQNm3a0LJlSwoVKsTo0aNJly4d3t7ecY6fPHkyHTp0oFixYhQsWJBx48YRFRWFr6/v634UERERkVeWoNX3ouXKlYu+ffvStGlTvvjiC+bMmUPXrl3JmjVrIocnIiIiknoZjUZq165N7dq1471PeHg4Z8+epWfPnuZtBoMBDw8PTpw4Ea9jhISEEBERQZYsWRIcc2RkZIL3sRSj0WjpEFI1a8oFa6PcTXrK36Sh3E161pK78Y0zwU2p8PBwtm3bhre3NydPnqR69erMnj1bDSkRERGROAwdOvQ/x9jY2PD111/H63iBgYFERkbi5OQUY7uTkxNXrlyJ1zEmTZqEi4sLHh4e8Rr/vDNnziR4H0twdHSkePHilg4jVbtw4QIhISGWDiPVUe4mD+Vv4lPuJo/UlrvxbkqdPn0ab29vfHx8cHNzo0WLFkydOlXNKBEREZGXWLt2Lbly5aJ48eIvXME4Oc2ZMwcfHx+WLFmCg4NDgvcvVaqUroQLAEWKFLF0CCKvTPkr1spacjcyMjJeF7Li3ZRq06YNuXLlolOnTpQoUQKAY8eOxRpXq1atBIQpIiIikrq1b9+ezZs3c+vWLVq0aEGTJk1e66JetmzZMBqNsSY1DwgIwNnZ+aX7zp8/nzlz5rBw4UKKFi36Suc3Go1qSgmgx3TEuil/xVqlttxN0ON7d+7c4Ycffnjh+zY2Npw7d+61gxIRERFJLUaOHMnQoUPZvn073t7eTJkyherVq9OqVSuqVq2KjY1Ngo5nb29PiRIl8PX1Nc9FFT1peceOHV+439y5c5k1axbz58+nVKlSr/WZRERERBJDvJtS58+fT8o4RERERFIte3t7GjVqRKNGjbh9+zZr165l9OjRREZGsmnTJjJkyJCg43Xt2pXBgwdTsmRJ3N3dWbx4MSEhIbRo0QIALy8vXF1dGThwIPDskb3p06czefJk3Nzc8Pf3ByB9+vQJPreIiIhIYnml1fdeJDQ0lHTp0iXmIUVERERSFYPBAIDJZHrlFXQaNGjA/fv3mT59Ov7+/hQrVox58+aZH9+7e/eu+TwAK1eu5OnTp3zyyScxjtO3b1/69ev3ip9ERERE5PUkSlMqPDycpUuXMn/+fA4cOJAYhxQRERFJNcLDw82P7x07dowaNWowYsQIqlWrFqN5lBAdO3Z84eN6P/30U4zXu3fvfqVziIiIiCSleDelwsPDmTFjBgcOHMDe3p6PPvqI2rVr4+3tzXfffYfRaOSDDz54pSCWLVvG/Pnz8ff3p2jRogwfPhx3d/c4x65atYp169bx119/AVCiRAkGDBjwwvEiIiIiljRq1Ch8fHzImTMnLVu2ZPLkyWTPnt3SYYmIiIhYXLybUtOmTePnn3/Gw8OD48eP8+mnn9KiRQtOnjzJ0KFDqVev3ivNAu/j48P48eMZPXo0pUuXZvHixXTr1o2tW7fi5OQUa/yhQ4do2LAh5cqVw97ennnz5vHhhx+yefNmXF1dE3x+ERERkaS0cuVKcuXKRZ48eThy5AhHjhyJc9z333+fzJGJiIiIWFa8m1Jbt27lm2++oVatWly8eJEmTZoQERHBhg0bErxqzPMWLlxImzZtaNmyJQCjR49mz549eHt706NHj1jjJ0+eHOP1uHHj2LZtG76+vjRr1uyV4xARERFJCs2aNXutWklEREQktYp3U8rPz4+SJUsCULhwYezt7enSpctrFVnh4eGcPXuWnj17mrcZDAY8PDw4ceJEvI4REhJCREQEWbJkSdC5X3ViUUt4lTvQJGGsKR+sjfI3aSl3k45yN+lZS/6+bpwTJkxIpEhEREREUpd4N6UiIyOxs7MzvzYajaRPn/61Th4YGEhkZGSsx/ScnJy4cuVKvI4xadIkXFxc8PDwSNC5z5w5k6DxluLo6Ejx4sUtHUaqd+HCBUJCQiwdRqqj/E16yt2kodxNHspfERERkbQt3k0pk8nEkCFDsLe3B57d5TRq1CgcHR1jjEvO+RDmzJmDj48PS5YswcHBIUH7lipVSlfBxaxIkSKWDkHklSh3xZpZS/5GRkZazcUsEREREWsS76ZU8+bNY7xu0qTJa588W7ZsGI1GAgICYmwPCAjA2dn5pfvOnz+fOXPmsHDhQooWLZrgcxuNRjWlxEy5INZKuSvWTPkrIiIikrbFuyk1fvz4RD+5vb09JUqUwNfXl9q1awMQFRWFr68vHTt2fOF+c+fOZdasWcyfP59SpUolelwiIiIiIiIiIpK04t2USipdu3Zl8ODBlCxZEnd3dxYvXkxISAgtWrQAwMvLC1dXVwYOHAg8e2Rv+vTpTJ48GTc3N/z9/QFInz49GTJksNjnEBERERERERGR+LN4U6pBgwbcv3+f6dOn4+/vT7FixZg3b5758b27d+9iMBjM41euXMnTp0/55JNPYhynb9++9OvXL1ljFxERERERERGRV2PxphRAx44dX/i43k8//RTj9e7du5MjJBERERERERERSUKG/x4iIiIiIiIiIiKSuNSUEhERERERERGRZKemlIiIiIiIiIiIJDs1pUREREREREREJNmpKSUiIiIiIiIiIslOTSkREREREREREUl2akqJiIiIiIiIiEiyU1NKRERERERERESSnZpSIiIiIiIiIiKS7NSUEhERERERERGRZKemlIiIiIiIiIiIJDs1pUREREREREREJNmpKSUiIiIiIiIiIslOTSkREREREREREUl2akqJiIiIiIiIiEiyU1NKRERERERERESSnZpSIiIiIiIiIiKS7NSUEhERERERERGRZKemlIiIiIiIiIiIJDs1pUREREREREREJNmpKSUiIiIiIiIiIslOTSkREREREREREUl2akqJiIiIiIiIiEiyU1NKRERERERERESSnZpSIiIiIiIiIiKS7NSUEhERERERERGRZKemlIiIiIiIiIiIJDs1pUREREREREREJNmpKSUiIiIiIiIiIslOTSkREREREREREUl2akqJiIiIiIiIiEiySxFNqWXLluHp6UmpUqVo3bo1p0+ffun4LVu2UK9ePUqVKkXjxo3Zu3dvMkUqIiIikjKofhIRERFrZ/GmlI+PD+PHj6dPnz6sXbuWokWL0q1bNwICAuIcf/z4cQYOHEirVq1Yt24dtWrVok+fPly8eDGZIxcRERGxDNVPIiIikhpYvCm1cOFC2rRpQ8uWLSlUqBCjR48mXbp0eHt7xzl+yZIlVKtWjY8++oiCBQvy2WefUbx4cZYuXZrMkYuIiIhYhuonERERSQ0s2pQKDw/n7NmzeHh4mLcZDAY8PDw4ceJEnPucPHmSKlWqxNhWtWpVTp48mZShioiIiKQIqp9EREQktbC15MkDAwOJjIzEyckpxnYnJyeuXLkS5z737t3D2dk51vh79+7F65wmkwl4VtAZjcZXiDr5GY1G8ufIgJ3F72tLfdycMhAZGUlkZKSlQ0m1lL9JQ7mb9JS7Scfa8jc6zugawtIsUT+B9dZQ5MgHBouWvKmPkxtY0fewNVLuJiHlb5JS7iYhK8vd+NZPaS5ToqKiAPjzzz8tHEnCeOYB8qS3dBipkElXiZOB8jcpKHeTg3I3qVhn/kbXEGmVtdZQ5HsH8lk6iFTICr+HrY5yN+kof5OWcjfpWGHu/lf9ZNGmVLZs2TAajbEm5QwICIh1NS+as7NzrKt6Lxv/b7a2tpQqVQqDwYCNjc2rBS4iIiJphslkIioqClvblHEtzxL1E6iGEhERkfiLb/1k0erK3t6eEiVK4OvrS+3atYFnXTRfX186duwY5z5lypTh999/p0uXLuZtBw8epEyZMvE6p8FgwN7e/nVDFxEREbEIS9RPoBpKREREEp/FZ8ro2rUrq1atYu3atVy+fJlRo0YREhJCixYtAPDy8mLy5Mnm8Z07d2b//v0sWLCAy5cvM2PGDP74448XFmEiIiIiqY3qJxEREUkNLH4feoMGDbh//z7Tp0/H39+fYsWKMW/ePPPt5Hfv3sVg+F/vrFy5ckyaNImpU6cyZcoU8ufPz8yZMylcuLClPoKIiIhIslL9JCIiIqmBjSmlLCUjIiIiIiIiIiJphsUf3xMRERERERERkbRHTSkREREREREREUl2akqJiIiIiIiIiEiyU1NKRERERERERESSnZpSIiIiIiIiIiKS7NSUEhERERERERGRZKemlLxUVFSUpUMQeWXKX7FWL8pd5bSIddD3qlgz5a9YM9VQ1sfGZDKZLB2EpExRUVEYDM/6lqtWreLq1avcuHGD999/nxIlSpA1a1bLBijyEs/n744dO3jw4AEPHjygVatWZM6cGaPRaOEIReL2fO6eOnWKkJAQDAYDFStWBMBkMmFjY2PJEEXkJVQ/iTVT/STWTDWUdVJTSv7Tt99+y8aNG6lTpw4mk4kVK1bQr18/PvzwQxwdHS0dnshLffvtt2zevJmiRYty69Ytnj59yqBBg6hdu7b5l5ZISjRp0iR+/fVXQkNDcXJywt7ensWLF+sPAhErofpJrJnqJ7FmqqGsi36iyEvt37+fLVu2MHv2bEaMGEGrVq0AePPNN1VQSYq3bt06NmzYwJw5c5g9ezZDhgzhxo0bODg4qKCSFG3RokX88ssvfP311+zcuZNatWpx9OhRDh8+bB6ja0oiKZfqJ7Fmqp/EmqmGsj76qSIvFRQUROHChSlevDibNm2iY8eOjBgxggYNGhAUFMTVq1ctHaLIC/3999/UqlWLIkWKsHHjRj777DNGjBhB9erVefLkCUFBQZYOUSSWyMhILly4QP/+/SldujS7du1izpw5jBkzhipVqhASEgKg289FUjDVT2LNVD+JtVINZZ3UlBKzuCZ/e/ToEf/88w+7d+9m5MiRfP7557z//vsA/Prrr8yePZsHDx4kc6QiscWVv1euXAHg9OnTjBw5koEDB5rzd+XKlaxcuTJZYxSJS3TuRl+1s7Gx4fr169jY2LB//34+//xzBg4cSJs2bYiMjGTlypVs3LjRkiGLyHNUP4k1U/0k1kw1VOqgppSYRd+Ou2fPHm7fvg2Ap6cnDg4OfPzxx/Tr18/8Cyk0NJTNmzcDkCVLFssELPKc6Pz966+/CA4OBqB58+bs37+fNm3a8MUXX5jz98mTJ/z+++/cu3fPYvGKRIvO3cePHwPPCqvy5cuzefNmPvvsM7y8vMy5GxgYiK+vr/6YFUlBVD+JNVP9JNZMNVTqoKaUxLhCcvPmTXr16sXChQvx8/PD2dmZ5s2bU7RoUY4fP87Zs2fZuXMnffv25fbt24wbNw4bGxs9lysW83z+7t+/n8aNG7N7927Cw8MpUqQI1atXJ3/+/ISFhREaGsr58+f59NNP8ff3Z9CgQRaMXNK653N39+7deHp6cufOHYxGI3Xq1OHatWvky5ePChUqEBUVhZ+fH0OHDuXRo0fmAktELEf1k1gz1U9izVRDpS5afS+Ne35ZzBkzZmBnZ8fSpUsJDAykadOmDB48mAwZMrB27VrWrVvHH3/8wVtvvUXOnDn57rvvsLOzIzIyUisZiEU8v+zrzz//jJ2dHcOGDcPFxYVBgwbRpEkTrly5wtKlS81Xpl1cXMiaNSsLFixQ/orFPJ+7Pj4+XLhwgdmzZ/PWW2/xww8/kCdPHo4cOUL//v3JkSMHjx8/xtnZmadPn7Jy5UrlroiFqX4Sa6b6SayZaqjUR00pAWDOnDnMmzePGTNmYDAYuHnzJsOHD6dRo0YMGzbMfIv5pUuXcHV1JWPGjNjY2BAREYGtra2Fo5e0btq0aSxbtoxRo0bx6NEjDh48yN69exkzZgxNmzYlLCyMgIAALly4wBtvvEHhwoUxGAzKX7G4b775hu3bt9O2bVuuX7/OsWPHePr0KQsWLCBfvnxcunSJK1eucOPGDQoUKED16tUxGo3KXZEUQvWTWDPVT2LNVEOlHmpKCVFRUfTu3Zs333yTIUOGmLfv27eP3r1707JlS3r06EHu3Llj7adlYcXS7t+/T4cOHejSpQtt27Y1b//iiy/YvHkzY8eOpWbNmmTMmDHGfspfsbTz58/Tq1cvxo4dS7Vq1QA4fPgw33//PXfu3GHhwoXkyZMn1n66uieSMqh+Emum+kmsmWqo1EU/UdI4k8lEREQEAQEBREREAM9+2Tx9+pR3332Xzp07s2rVKhYtWmSeQC6afiFJShAZGcmTJ0/ImjUrAOHh4QB89dVXFC5cmClTprBv375Yq8sof8XSQkJCuH//Pk5OTuZt5cuXp1u3bgQGBtK7d2/zpMnP56+KKRHLU/0k1k71k1gz1VCpi36qpDH/vjHOxsYGe3t7GjZsyNq1azl27BgGg8H8Devk5ETt2rVZtmwZK1assETIImZx3diZI0cOChQowJIlSwCwt7cnIiKCyMhI8uXLR7p06Rg+fDgXL14E4l76WCQ5Redx/vz5KVy4MHv37jX/MWAwGKhcuTJvvfUWoaGh9O7dG39/f/0RIGJhqp/Emql+ktRCNVTqpP+H0pCoqCjzpJz379/n7t275vcaNGjAu+++y/Dhwzl69CgGg4EnT55w9OhRWrVqhZeXl3lFGT3xKZbwfP5GRkYSEhJifq9nz548evSI/v37A2Bra2ues2PatGm4u7szYcIEQFf4JPn9u5CPzuNMmTJRvHhxfv31V7Zu3Wp+PzQ0FBcXF/r06YO9vb15kln97BWxDNVPYs1UP4k1Uw2VNmiGrzTi+ee/v//+e3bv3s3ff/9NiRIl6N27N+XKlaNnz57Mnz+fzp07U7RoUR4/foydnR3VqlXj8ePHZMuWzTxBp0hyej5/FyxYwIkTJ7h69Spt27alfv36VKxYke7duzNr1izee+89ypQpw19//UVoaCiFChWiWLFi/PHHHxb+FJIWPZ+7a9eu5ezZsxgMBjw8PKhRowZDhw5l0KBBLFq0iL1791KmTBm2bNmC0WikadOmLFu2jEuXLgHoZ6+IBah+Emum+kmsmWqotEMt7zQi+ht6+vTprFy5ks6dO7NixQquXbvGxIkT2bVrF0WLFuXrr79m5syZ1KtXj65du7J+/XqMRiOnTp3CxcVFXWaxiOj8nTJlCgsWLKBIkSK0atWKKVOmMHPmTG7dukWTJk344YcfqFq1Kkajkbfffpv169djMBjw9/fHxcWFp0+fKoclWUXn7sSJE5k6dSoBAQEEBQXRt29f1q5di6OjI5MnT6Z+/fo8fvyYdevW4ezszLx58zAYDDg7O+Pm5gboKp+IJah+Emum+kmsmWqoNMQkqVpUVJT5v48cOWJq3LixydfX1/y6dOnSptq1a5vee+89065du0xhYWEx9r9165Zp9OjRprffftt0/vz5ZI1d5Hnbtm0z1a5d23Tq1CmTyWQy/fHHH6YiRYqYKlasaBo4cKDp8uXLsfZ5/Pix6euvvzZVrFjRdOnSpeQOWcRkMplMv/zyi6lmzZrm3N2yZYupSJEipiJFipgWLVoUY2xwcLD5v6dMmWKqVKmS6cqVK8kar4iofpLUQ/WTWDPVUGmDHt9LxZ6/5TE0NJTs2bPTqVMnKleuzMGDB+nfvz8jR46kefPmVK9enXnz5vHo0SMaN26M0Wjk8ePH/Pbbb9y+fZulS5dSpEgRC38iSUv+veSwg4MDH3zwAe7u7vz66694eXkxadIkMmXKRM+ePcmQIQMtW7bE3d0dgJs3b7JhwwZ+//13Fi1aRMGCBS31USSN+Xfu+vn50a1bN3PufvnllwwbNoyAgADGjx9PlixZaNasGQDp06fn6tWrTJkyhT///JMFCxbw5ptvWuiTiKRNqp/Emql+EmumGiptsjGZdC9bamQymczPzg4fPpyIiAi+/PJLQkNDyZQpE/369aNo0aJ8+umn2NjY8MEHH3DmzBkaN27MmDFjzMd5/PgxNjY2ZMyY0VIfRdK4r776ilKlSuHh4UFUVBS2trb07t2b2rVr0717d0JCQmjYsCF37txhwIAB9OjRw7zv1atXyZw5c4zlYkWS0vM/e+fMmUOFChVwc3MjNDQUg8FA9+7dadeuHR988AGHDx+mc+fOAEydOpV69eqZj3Pw4EHy5MlDnjx5LPI5RNIq1U+SWqh+EmujGirt0p1SqVT0N/StW7c4c+YMQ4cOJUOGDGTIkIEnT54QGBhI1qxZMRgMREVFkTt3bry8vChevDjwvx8KmTJlsuTHkDTo+V9IR48eZe3atdStWxdnZ2fg2RW8oKAg3nrrLQCCg4OpWbOmedLD54+hqyOSnJ6/urdmzRqWLFlC+fLlcXFxAeDAgQOkS5eORo0aAZAxY0batGlDlSpVqF27NvC/3PXw8LDMhxBJ41Q/ibVS/STWTDVU2qamVCq2YMECTp48SfHixXn77bfN2w0GA7a2tmzfvp3g4GCOHDlCYGAgxYsXx2AwEBkZidFotGDkkpZFF1QrVqzg4cOH9OjRg/Lly5vfDw0N5cGDBxw7doyIiAhWrVpFaGgow4cPB1D+isVEF1PHjx/n1KlTDBgwgHLlypnft7Gx4dy5c5w6dYoSJUowffp0MmTIQP369QGIiIjA1la/lkUsTfWTWCPVT2LNVEOlbVp9L5UKDg4mICCAAwcOcOPGDfM36dOnT0mXLh0zZszAzs6Ow4cP4+joiLe3t/mqn34hiaX5+fmxYcMGpk6dyr1794Bnv2wA3nrrLT777DPWrl3LpEmTCAoKYv78+cCzKyTKX7GkI0eOMHjwYLZu3WrORZPJhMlk4u233+b999/n448/plOnTty9e5cJEyaYx6iYErE81U9izVQ/iTVTDZV2aU6pVOLfk8IB/P3333h7ezNjxgyGDBlCly5dAAgPD8fe3p7w8HCioqJwcHDAxsZGHWaxmOdvOY92/PhxZs2axalTp/D29iZ37tzm3IVnj1bY2NjwxhtvYDAYlL9iEXHl7qxZs1iyZAnu7u6MGjWKnDlzmt8LDw/njz/+IDg4GA8PD4xGo3JXxIJUP4k1U/0k1kw1lERTUyoVeL6gunz5MoGBgRQoUIDMmTMTFRXFzJkzWbJkCQMHDqRjx45A7Fsc4/qhIJIcns/fhw8fEhQUhJubGwB//fUXI0eOxM/PjyVLluDm5hajsIrrGCLJ5fm8i4yMJCwsjPTp0wPPJujcuHEj1atXp3PnzuY5Ef5Nj0uIWI7qJ7Fmqp/EmqmGkueprWjlTCaT+Rt6ypQp7Ny5k8ePH5MjRw5KlCjBJ598QteuXbG1teW7777DxsaGDh06xOooq6ASS3g+f2fMmMGhQ4f4888/qVmzJhUrVqRt27Z8+eWXTJw4ka5du7Jo0SJy5coVq4hSQSXJ7fkcXLRoEYcPH+b+/fuUKFGC/v3706NHDyIiItixYwc2NjZ06tQJFxeXWH/AqpgSsQzVT2LNVD+JNVMNJf+mn0RWLvobc+HChaxevZoRI0awf/9+3nrrLbZv386NGzfImjUr7du3p0uXLowdO5Zt27ZZOGqRZ6Lz9/vvv2f58uV06dKFVatWcfv2bRYsWMD169cpXrw4AwYMIE+ePDRs2BB/f38VUWJxz/8xO2/ePMqUKcNHH33EsmXLGDZsGOHh4Xz88cfUrl2bgwcP8sMPPxAYGKg/YEVSCNVPYs1UP4k1Uw0l/6Y7paycyWQiLCyMQ4cO0adPHypXrszevXvZsWMHgwcP5u233yY8PJysWbPSoUMHcubMSa1atSwdtgjwLH///vtv9u3bx/jx46lRowaHDx/m3LlzDB8+nHz58gFQqlQpPvnkEzZt2kT27NktHLXIM+fPn2fHjh1MmjSJypUrc+TIERwcHKhWrZr5EYk+ffrw+PFjHj58SNasWS0bsIiYqX4Sa6b6SaydaiiJwSRWJzIyMsbriIgIU5cuXUx//vmn6bfffjOVKVPGtGLFCpPJZDKFhYWZVq5caTp06FCMfZ4+fZps8Yo879/5GxAQYGrWrJnp8ePHph07dpjKlCljWr58uclkMplCQkJMa9euNd28eTPGPhEREckWr0i06NyNiooymUwm06FDh0yNGzc2mUwmc+5G/+x99OiRaceOHeZ9o/eJ/l8RSX6qn8SaqX4Sa6YaSl5G93BaoehbHrds2cLDhw8xGo3Y2trSv39/PvnkE7788kvatWsHQGBgIJs3b+b69esxjqFVCsRSovP39OnTwLNJYx8+fMi3337LsGHDGDRoEO3btwfgxo0bbNy4MVb+6hlysYTo3P37778BzBNvzpw5k8GDBzN48GDzz96//vqLhQsXcv78eeDZoxYmTYgsYlGqn8SaqX4Sa6YaSl5GTSkrZDKZePDgAf3792fVqlUADBs2DAcHB9zc3GjZsiVhYWE8fPiQL7/8koiICFq0aGHhqEWeMZlMnDx5kjZt2nDx4kVcXFzo0aMHa9eupVatWnTo0AGAkJAQJk+eDEDlypUtGbKI2e7du+nQoQO3b9/G2dmZt956i7lz59KmTRtzMRUeHs6cOXNwcnKicOHC5n1VTIlYluonsWaqn8TaqYaSF9HlHiuVNWtW+vXrx8GDB2nUqBFubm707t2bsWPHUrduXbJmzYqNjQ1hYWGsWrUKo9GoZTMlRbCxsaFMmTK8++67LF26lC+++IL33nuPGzdusGDBAkwmEwB37twhMDCQNWvWYDQatWyxpAjp0qUjQ4YM3L17Fzc3N1q0aMGtW7c4c+YMc+bMIUOGDOzcuZN79+6xZs0aDAaDclckBVH9JNZK9ZNYO9VQ8iI2puifYJJiveib8dChQ3h5eTFy5Eg8PT15+vQpDx484Oeff8bOzg5nZ2eaNWuG0WgkIiJCt5yLRfw7f6OL+wULFrBhwwbmz5+Pk5MTjx494sCBA2zYsIEsWbKQO3duevXqha2trfJXLOJFP3t79+6Nn58fa9asAeDAgQPs3buXrVu38tZbb+Hq6sqYMWOUuyIWpvpJrJnqJ7FmqqEkIdSUsiKHDh0iY8aMlChRwrxtxIgRHD9+nOXLl5M5c+Y499MVPkkJLl68SJ48eXB0dASe5WW9evWoXLkyY8eONY/7d74qf8XSnj59ip2dnfn1hQsX8PLyolu3bjRp0sS8PTg4mAwZMphfq5gSSRlUP4k1U/0k1kw1lMSH7oWzAlFRUZw5c4bhw4fTr18/pk6dyl9//QXABx98QLp06fj999+BZ9/A0aL7jfqFJJYSFRUFwLZt2+jXrx/du3fn5MmT3L9/H6PRSJ8+fbh48aJ5IsO4JjFU/oolLV++nLp167J06VJu374NgJubGzlz5mTfvn3mcVFRUTGKKZPJpGJKxMJUP4m1Uv0kqYFqKIkv3SmVQl24cAE7OzsKFChg3nb+/HkuX77MxIkTcXNzI2/evAwaNIgBAwaQJUsWpk+fbsGIRf7n77//xtnZ2fwLJTw8nN27d7Nr1y727dtHlSpVqFu3LqVLl6Zz5850796dtm3bWjhqkZhX5kwmE/7+/kybNo2bN29y+fJlevbsSb169Xjy5AktWrRg0qRJeHp6WjhqEYmm+kmsmeonsWaqoeRVqSmVAvn6+tK1a1eyZ89Oly5dKFu2LBUqVDC/f/fuXQ4cOMCyZcuIiooie/bs+Pr6MnfuXKpVq2bByEWeLbU9evRoChcuzOeff0727Nlxc3Mzv79t2zaOHDnCzz//TPPmzTl27Bh+fn5s3LiRN954w4KRS1q3bt06Nm7cyLvvvkudOnXIlSuX+b0bN26wY8cOvL29cXBwoFSpUty+fZucOXMybNiwGFf4RMQyVD+JNVP9JNZMNZS8DjWlUqCDBw+yZMkSmjZtysaNGwkODsbOzo5Bgwbh7OyMs7OzeeyiRYs4ffo0t2/fZvny5bpVVyzKZDKxePFijhw5Qs6cOTl//jzp0qWjVq1a1K9fn2zZspnH/fXXX8ybN48zZ86QLl06vL29tbqGWITJZCI0NJSPPvqIe/fu0aBBA5YvX07v3r156623eOedd8xjz58/z/nz55k7dy6XL1+matWqzJ07V0sVi6QAqp/EWql+EmulGkoSg5pSKVBQUBBt27alXbt2dOrUib/++otZs2bxzz//ANCjRw8KFy6Mq6ureXyGDBmwsbHRpHBicUePHsXLy4uffvoJgH379rFw4UIKFSrEW2+9xUcffYSdnR3p0qXjyZMnBAQE4ObmhsFg0KScYlE7d+5k8uTJLFiwgOPHj7Nz504uXbpEyZIladq0KRUrVjQX/qGhoezYsYMGDRpgNBrjnM9DRJKX6iexZqqfxJqphpLXoaZUChO9fObevXuZN28eX375JUWKFAGgUqVKZMuWjcDAQMqWLYubmxvDhw8376tvaEkpxo0bR2BgICNGjCBLlixcu3aNxo0bY2trS86cOalatSo1atSIcfVEBZVY2r179xg9ejSNGzfmvffeA+CPP/6gVatWFC5cGAcHBwYMGICTkxOFCxc276c/ZkUsT/WTpAaqn8RaqYaS16F7PVOY6A5y3rx5efLkCffu3QOgadOmFCpUiK1btzJz5kwKFizIpUuXzKtzACqoxOKie9zVqlXj9u3b5iKpf//+VKhQgb1799K8eXPOnz/PDz/8EGNfFVRiac7OzuTOnZupU6eat40cOZLy5cszZMgQ8ubNy8cff8yqVauA/+W7iikRy1P9JNZM9ZNYO9VQ8jp0p1QKNmfOHFauXImdnR3Ozs5MmzbNPB9CeHg49vb2wP+uDoqkJJ06dcLFxYWrV6+SPn16pkyZgouLCwD3798na9asyltJMaLvlHj8+DF9+/alXr16LF++nEyZMvHjjz+SJUsW4NlEyhUrVtQfASIpmOonsWaqn8TaqIaS16WfaBYSGRn5wvei+4QNGzYkY8aM5MyZk5kzZ8aYoDO6oDKZTPrFJClKdG737t2b3bt3kzVrVqZPn46Li4s5t7Nnz47BYIhxpVrEkqLvlHBwcCBfvnyMHj2a/Pnz8/3335MlSxZzrlapUgWj0fjSn+EiknRUP0lqpfpJrJVqKHld+m1sAZ9++imjRo3i6dOncb4f/Y3t5uZGiRIlePz4MVmzZgX+V3D9e6xIcnpZMRR99aNQoULkzZuXYsWKkT179jjn7NAfBJLS2Nvb8+GHH5ItWzaqVq1K9uzZgdi5qqt8IslP9ZNYO9VPkpqphpJXpZ9oFlCzZk3WrVvH1KlTX1hYRRdP/fv3JyAggCVLlgAqoiRliP7lsmzZMvbu3RvnGBcXFz788ENWr17NuXPnlLuSorzoyfWoqCjy5s1L3bp1OXz4MEFBQckcmYi8iOonsXaqnyQ1UA0liU1NKQto1qwZEydOZPHixUyZMiXOwir6F1CmTJnIlSsXN2/eTO4wRWJ5/grfsmXL+P7773F1dX3hL6fy5cuTLl06jh49mlwhisTp31enX5SzBoMBg8FApUqV2Lx5M1euXEmO8EQkHlQ/ibVS/STWTDWUJDVNd28h9erVA2DQoEEADBgwADs7u1jjHB0dGTlyJG+99VayxicSl+grfH/88Qf//PMPQ4YMoWjRoi/85eTm5kafPn1o2bJlcoYpEsPzkxmvWLGCS5cuce3aNdq2bUu5cuVizDcTrX79+pw/f57ixYsnd7gi8hKqn8QaqX4Sa6UaSpKDVt9LJtHPg//7ufAtW7YwaNAgOnfuHGdh9fz4yMhIPYMrFmUymTh37hwtWrQAYMyYMbRp0ybOsf9e1Uj5K5Y2ceJENmzYQMOGDbG3t2fOnDl0796dnj17kjFjxhfuFxERoSWLRSxE9ZOkBqqfxNqphpKkpMf3kkFUVJS5MAoMDMTf39/8Xv369Zk4cSJLliyJ81b05wsw/UISS4juW0cX+MWLF2fChAkAHD16lHv37sW5nyY1lJTE19eXLVu28OOPPzJkyBDz3RaFCxd+aTEFqJgSsRDVT2LNVD9JaqEaSpKasiSJPX+1Y9asWezYsYOHDx+SO3duRowYQd68eWnQoAEAXl5eGAwGPvvsszhvRRdJbs/nb1hYGEajEaPRSLNmzQgNDWXUqFHkyZOHDz74gMyZM1s4WpFnvvvuOzp06ICLi4t525MnT8ifPz8lS5Zk8+bNfPnll4wYMYLGjRsTFBTE7du3KVKkiAWjFpHnqX4Sa6b6SayVaiixBDWlklj0L6SpU6eyevVqPv30U8qUKUPPnj0ZMWIEn376KeXKlaNBgwbY2NjQv39/cuXKRYcOHSwcuaR1zxdUixYt4siRI4SGhpIzZ06++OIL2rVrB8CoUaOwsbGhc+fOKqzE4q5du4avry/9+vWLsT0kJAQ/Pz+2bNnCyJEj+fzzz3n//fcB+O2339i2bRtffPFFnHMjiEjyU/0k1kr1k1gr1VBiKXp8LxkcOXKEX3/9lcmTJ9O6dWvu3bvHgwcPuHHjBsOGDePEiRM8ffqU+vXrs3DhQtq2bWvpkEXMBdWkSZOYPXs2lStXpl69euzevZsPPviA8PBw2rVrx5gxY/jhhx/44YcfCA4OtnDUkpZFRUWRP39+Vq1aha2tLdu2bePGjRsAVK1aFWdnZ/r370/Pnj3NxVRoaCjr1q3D1tYWJycnS4YvIv+i+kmskeonsUaqocSS1JRKBunSpaNt27ZUqlSJgwcP0r9/f7744gt2795NREQEU6ZM4fDhw0RFRVGlShVsbW2JiIiwdNgi/PXXX+zdu5fp06fTqVMnsmfPTnh4OM2aNcPe3h6ANm3a4OXlxcmTJ0mfPr2FI5a0LHr+jsjISO7du8enn37Kt99+y927d8maNSvNmzenePHiHDp0iCNHjuDj40Pfvn25ffs248ePN0+mLCIpg+onsVaqn8TaqIYSS1JTKpFFRUXF2layZElq1apFeHg4CxYsoG3btrRs2ZKnT5+SO3dujh8/zqpVq2JMbKhJ4SQlCAwMJCgoiAoVKrBr1y4GDRrE559/TocOHQgODsbb25uIiAi6dOnCihUr9AtJLCp6MtjLly/j7OzML7/8gq+vL19//TX37t2jWbNmdOnSBZPJRPfu3Vm8eDHp06dnzZo12NraEhkZGWNyZBFJPqqfJDVR/STWRjWUWJJ+cyei55e8/Ouvv8xXPdzc3HB1deXBgwf4+flRv3594FnhlC9fPr755hty5sxpsbhFIPYSxAC5cuWiUKFCzJs3j5kzZzJkyBDz4xGXL19m3759FCtWjOLFiwPEWrJbJLkdOnSIDz74gPXr11OqVCl++uknOnTowKhRoxg1ahRNmjShSZMmXL9+HRcXF9KlS4eNjY2WLBaxINVPYs1UP0lqoRpKLEXZkwhmzZpFxYoVKVeuHADffPMN27ZtIywsjAwZMvD+++/TpUsXsmbNip2dHStXruTx48fs3r2bhw8fkjNnTgwGA5GRkVr2VSzi+YLK29ubN954gwoVKpA5c2aCg4OZNGkSffv2NRdUoaGhzJgxg3Tp0lG0aFEAFVOSIhQtWhQPDw927drFm2++SfHixVm+fDnvv/8+Y8aMwcvLi9y5c5MvXz7zPlFRUSqmRCxA9ZNYO9VPkpqohhJLsTHpXtHXcurUKUaOHEnOnDnp378/9+/fx8vLi/HjxxMaGsqVK1eYNm0aXbp04fPPP8ff35/evXtja2tL5syZmTlzJnZ2dnFeZRFJDs9fnZs4cSLr16+nZ8+eNGrUiGzZsnHz5k3at2/Pm2++SaVKlXBxcWHTpk0EBgayZs0a5a9YzIvy7ttvv2Xfvn3myTcBzp07R8eOHSlZsiSTJk0iR44cyR2uiDxH9ZNYO9VPYs1UQ0lKoqZUItixYwcrVqwgY8aMZM2aFRcXF/r27Wt+f/PmzQwcOJAJEybQrFkzAB4/fkzGjBl1y6NYzL9vFV+wYAFz585lwYIFFC1aFBsbG54+fYqdnR23b99mxowZ/PHHH+TIkYNcuXIxevRo86Syyl+xpNu3b+Pk5ES6dOkACA8Pp379+jRo0ICBAweac/306dNMmTKFBQsW6I8AkRRA9ZNYI9VPkpqohpKUQD8JX0N0h7lOnTpERkbi7e3NoUOHaNWqVYwxDRo0YP/+/fz666/Ur18fe3t7MmXKBDz7xaZfSGIJ9+7dI0eOHJhMJp4+fcq5c+fo3LkzxYoV49atW5w7d46ffvqJt956i+bNmzNhwgRCQ0MxGAzmlWNUUImlrVu3junTp1O2bFl69uxJwYIFsbe3p23btvz+++/4+/vj7OzM06dPcXd3Z9GiRcCLrxCKSNJT/STWTPWTpBaqoSSl0E/DV2QymWLMY1CvXj2MRiP3799n8+bN1KlThzJlypi/YbNkycLdu3dxcHCIcRw9Ry6WcObMGdq3b8+MGTOoWbMmADdv3sTPz4833niDjRs3EhUVRbZs2Thx4gSPHj3iq6++Ml9FAf1BIJbx7yvUTZo04fHjxxw5coTWrVvTokULPD09ad68ObNnz+bAgQM0a9YMOzu7GMdRMSViGaqfxJqpfhJrphpKUio9vvcKnu8OP336FMD8zbp7924WLlyInZ0dn376KaVLlyY4OJiePXuSM2dOJk2aZLG4RaJdv36dmTNnsn//fiZMmED16tW5dOkSn332GU+ePKFFixZUrVqVMmXKsHDhQvbv38/s2bNj/VISSU7P/+wNCgoiODgYV1dX8/vr1q1j//797N27lyZNmnD69GkeP37MkiVLYowTEctQ/STWTvWTWCvVUJKSqSmVQM9/Qy9atAhfX1/Cw8PJnz8/Xl5eODo6smvXLubOncuFCxcoVqwYb7zxBlevXuXnn3/Gzs5Oy75KinDz5k3mzJnD1q1b+fbbb6lZsyZPnjwhODjYPIFhREQEvXr1wsXFha+//trCEUta9vzPzZkzZ3Lw4EGuXLlCpUqVqFOnDg0bNgTg0aNHXL9+nWnTpvHnn3+SL18+li1bpqt6Iham+klSC9VPYm1UQ0lKp6bUK5oyZQqrVq2iXbt2hIWFsXnzZrJly8aUKVMoWLAgv/76K/PmzePu3bv079+fhg0bYjAY9Ay5WNzzS2ffuHHDXFhNnDjRfCt6UFAQBw8exNvbmzt37phXidEfBGJpM2bMYOnSpXzyySc4Ojqydu1aoqKiqF27Nl27djWPCw0N5a+//qJ48eIYjUbNfyCSQqh+Emul+kmsnWooSanUlIqH6BU0ol29epXu3bszfPhwqlevDjxbDaZTp07Y2tqyevVqADZs2MD58+cZNGgQBoNB39BiMYcOHeLu3bvm1YueL6yir/jt2bOHKVOmUKFCBa5cucLMmTMJCwtj6tSpWiVGLCoqKgobGxv8/Pzo1asXPXv2pH79+gD4+/szc+ZMzp8/z5AhQyhTpkyM/AZivRaR5KH6Sayd6iexdqqhxBroN/x/6N+/P2vWrCEsLMy8LSQkhODgYPLkyQM8K7oyZcrE7NmzuXXrFitXrgSeTR7n5eWlgkosKiQkhFmzZrFixQo2b94MgNFoJDIyEoA8efLQuXNnypYty+LFiwkNDaVAgQIMGTKE6dOnq6ASizl//jyBgYEYDAZsbGxIly4dwcHBhIaGAs8KpRw5ctC/f3/8/Pw4cOAAQKziScWUSPJT/STWTvWTWDPVUGJN9Fv+PxgMBsaPH8+2bdvMhVXevHkxmUzs3LkTeDZJZ2RkJBkyZCBnzpzmb/Z/H0fEEhwdHRk9ejROTk78/PPPbNy4EYhZWL311ltUrlyZkydP8uTJEwBy5Mhh/oNABZUkt507d9K2bVtmzJjB/fv3gWdX+xwcHDhz5gzwbPWtqKgosmTJQunSpfHz87NkyCLyHNVPYu1UP4m1Ug0l1ka/6V8gKioKgMmTJ9O8eXOGDx/O1q1bCQ4OJmPGjLRr146tW7fyyy+/AM9+QTk4OGAwGLTChqQ4efPmZejQoTg6OvLLL7+wadMm4FnehoeHm8fky5cv1pwH+oNAklt4eDi//vorYWFh3Lx5kx9++IF79+6RPXt2Pv30U1asWMG8efMwGAwYDAbCw8O5efMmLi4ulg5dJM1T/SSpieonsTaqocQaaU6pFzCZTERFRZlvWRw9ejTe3t6MHTuWpk2bcvPmTebOnYuvry/ly5enQIEC7N+/n8DAQNauXasrI5Ii3bx5k3HjxhESEkLTpk1p2bIlAGFhYfTr1w9HR0emTp2qyTjF4k6dOkXPnj0pU6YMoaGhvPXWW/Ts2RNnZ2eWLVvG2LFjeffdd8mYMSP+/v7cv3+f9evX62eviIWpfpLUSPWTWBPVUGJt1JSKw5EjRzhz5gw2NjY0aNAAV1dXAEaOHMmaNWsYO3YszZo14++//2b//v0sW7YMJycnsmfPztdff22+HV3P4EpKdPPmTSZOnMitW7d48803KVGiBAcOHCAwMJBVq1Zha2urVWLEYqKiojCZTBgMBr755huyZs1KVFQUO3fupEKFCvTs2ZPs2bNz9OhR1q1bR1hYGE5OTgwaNAhbW1v97BWxINVPkpqpfpKUTjWUWCs1pf5l3bp1/Pjjj1SvXp2CBQvStm3bGO+PGDGCtWvXMnbsWJo0aWK+Nff5iTg1qaGkdH5+fmzdupUtW7aQLVs2cuXKxdChQzUpp1jM5cuXyZgxo/mPWIBFixaxYcMGVq5cyfLly9m4cSNvv/02PXr0wNnZOdbKXspdEctR/SRpgeonSYlUQ4m1U1PqOevWrWPkyJF8++231KxZE3t7e+DZN7Wrq6t5+cwRI0awfv16xo4dS61atciQIYP5GLpCItZMV0jEErZt28bAgQNxcXFhwIAB5MuXj1KlSgHQuXNnqlatSo8ePZg5cyb79u2jbNmydOvWjRw5clg4chEB1U8iqp/EUlRDSWqgduj/u3z5MvPnz2fo0KHUrVvXvP3TTz9l27ZtVK1aFVtbW+rUqcOYMWMwGAx4eXkxd+5cqlWrZh6vgkqsxb//ADCZTCqoJNmFh4fj6+tL9uzZMRqNrFy5kowZM5I5c2Y+++wzPDw8uHXrFgB9+vTBYDDg7e1Nrly56Ny5s4WjFxHVT5LWqH6SlEI1lKQWakr9v7t37xIcHEyFChXMt5KPHj2ac+fOMXv2bBYtWsTq1auJjIykXr16jBo1irx581KlShVLhy7ySv79B4D+IBBLsLe3p0+fPtja2nL37l1y5MhBy5Yt+eabbxg/fjw3b97k/PnzVK1alffee4/evXvj6upK06ZNLR26iKD6SdIe1U+SUqiGktRCj+/9vx9//JFFixZx6NAh87Z//vmHqKgocubMyeXLl/nyyy8xmUxMnDiRPHnymMfpGVwRkdfj5+fH7NmzOXv2LM2bN6ddu3YcP36cPXv2sHHjRubOnUuhQoVi7KPHJUQsT/WTiIhlqYYSa2ewdAApRb58+QgLC+PAgQPmbS4uLuTMmZOoqCgKFiyIp6cnmTNnxsnJKca+KqhERF6Pq6srvXr1omTJkqxatYpFixZRrlw5BgwYwNq1aylUqBBRUVEx9lExJWJ5qp9ERCxLNZRYOzWl/l+pUqUwGo38/PPP3L59O8Z7BoOBoKAgjh07xptvvkn69OktFKWISOrl4uJCr169KFu2LJs3b2b27NkAZM2alcjISPMKXSKScqh+EhGxPNVQYs30+N5zNm3axNChQ3nvvff46KOPKFasGAC3b99m+PDhBAQE4O3tja2trVaJERFJIv7+/syePZs//viDypUr89lnn1k6JBF5CdVPIiIpg2oosUZqSj0nMjKSNWvWMHr0aJycnHjrrbeIjIwkODgYgGXLlmFnZ6dncEVEkpi/vz8TJ07EwcGBMWPG6I9YkRRM9ZOISMqhGkqsjZpScTh37hy//PIL165d44033qB48eK0a9cOo9GoSTlFRJLJgwcPyJw5MwaDQXdXiFgB1U8iIimDaiixJmpKJYCu8ImIJL/oZeZFxDqpfhIRsQzVUGIN1JR6AXWURURERBJG9ZOIiIgkhJpSIiIiIiIiIiKS7HQvn4iIiIiIiIiIJDs1pUREREREREREJNmpKSUiIiIiIiIiIslOTSkREREREREREUl2akqJiIiIiIiIiEiyU1NKRERERERERESSnZpSIiIiIiIiIiKS7NSUEhF5iUOHDlGkSBEePXoU7308PT35v3buJhTeNYzj+E+O1D+l7IYMGeUlnmSnyNhQyhRDocSCnY2SJkJeykuJslIWimKBkRGRFGsvYYFCksnWxoQpz9lNTTp16phnhvP97J77mrnv+9pd/eZlYWEhcpcCAACIYcxPAP4tQikAP5rH41FOTo4GBga+1IaGhpSTkyOPxxOFmwEAAMQm5icAsYJQCsCPZ7PZtL29rbe3t9Da+/u7tra2lJqaGsWbAQAAxCbmJwCxgFAKwI+Xn58vm82mvb290Nre3p5sNpvy8vJCax8fHxodHVVJSYkKCwvV1NSki4uLsL0ODw9VVVUlwzDU0tIiv9//5bzj42M1NzfLMAyVl5drdHRUgUAgcg0CAAB8M+YnALGAUArAr+B2u7W+vh56XltbU11dXdhrJicntbu7q/HxcXm9XmVkZKi9vV0vLy+SpOfnZ3V2dqqiokIbGxtqaGjQ1NRU2B6Pj4/q6OhQZWWlNjc3NT09rZOTE42MjES8RwAAgO/E/AQg2gilAPwKLpdLJycn8vv98vv9Oj09lcvlCtUDgYBWVlbU09Oj8vJyZWdna2RkRImJiVpdXZUkLS8vy263y+PxKCsrSy6XS7W1tWHnzM3NqaamRm1tbcrMzFRxcbH6+vq0sbGh9/d3S3sGAAD4L5ifAETbX9G+AAB8h5SUFDmdTnm9XpmmKafTqZSUlFD98fFRwWBQxcXFobWEhAQZhqG7uztJ0t3dnQzDCNu3qKgo7Pn6+lo3Nzfy+XyhNdM09fn5qaenJzkcjgh0BwAA8P2YnwBEG6EUgF/D7XZreHhYkjQ4OBiRMwKBgBobG9XS0vKlZrPZInImAABApDA/AYgmQikAv0ZZWZmCwaDi4uJUWloaVrPb7UpISNDp6anS0tIkScFgUJeXl2ptbZUkORwOHRwchL3v/Pw87Dk/P1+3t7fKyMiIYCcAAADWYH4CEE38pxSAXyM+Pl47Ozva3t5WfHx8WO3Pnz9qamrS5OSkjo6OdHt7q/7+fr29vam+vl6S1NjYqIeHB01MTOj+/l4+n09erzdsn46ODp2dnWl4eFhXV1d6eHjQ/v5+6BNGAACAn4T5CUA08U0pAL9KUlLSP9a6u7tlmqZ6enr0+vqqgoICzc/PKzk5WZKUmpqq2dlZjY2NaWlpSYZhqKurS729vaE9cnNztbi4qJmZGTU3N0uS0tPTVV1dHdnGAAAAIoT5CUC0xJmmaUb7EgAAAAAAAPh/4ed7AAAAAAAAsByhFAAAAAAAACxHKAUAAAAAAADLEUoBAAAAAADAcoRSAAAAAAAAsByhFAAAAAAAACxHKAUAAAAAAADLEUoBAAAAAADAcoRSAAAAAAAAsByhFAAAAAAAACxHKAUAAAAAAADLEUoBAAAAAADAcn8D6m41JJVrj6w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945648" y="4579316"/>
            <a:ext cx="6947067" cy="22786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COLLABORATIVE FILTERING </a:t>
            </a:r>
            <a:endParaRPr lang="en-US" dirty="0"/>
          </a:p>
        </p:txBody>
      </p:sp>
      <p:sp>
        <p:nvSpPr>
          <p:cNvPr id="3" name="Content Placeholder 2"/>
          <p:cNvSpPr>
            <a:spLocks noGrp="1"/>
          </p:cNvSpPr>
          <p:nvPr>
            <p:ph idx="1"/>
          </p:nvPr>
        </p:nvSpPr>
        <p:spPr/>
        <p:txBody>
          <a:bodyPr>
            <a:normAutofit lnSpcReduction="10000"/>
          </a:bodyPr>
          <a:lstStyle/>
          <a:p>
            <a:r>
              <a:rPr lang="en-US" dirty="0" smtClean="0"/>
              <a:t>Done using cosine similarity.</a:t>
            </a:r>
          </a:p>
          <a:p>
            <a:r>
              <a:rPr lang="en-US" b="1" dirty="0"/>
              <a:t>User-Based CF:</a:t>
            </a:r>
            <a:endParaRPr lang="en-US" dirty="0"/>
          </a:p>
          <a:p>
            <a:r>
              <a:rPr lang="en-US" dirty="0"/>
              <a:t>Find users similar to target user (using cosine similarity)</a:t>
            </a:r>
          </a:p>
          <a:p>
            <a:r>
              <a:rPr lang="en-US" dirty="0"/>
              <a:t>Weight their ratings by similarity</a:t>
            </a:r>
          </a:p>
          <a:p>
            <a:r>
              <a:rPr lang="en-US" dirty="0"/>
              <a:t>Predict rating = weighted average of similar users' ratings</a:t>
            </a:r>
          </a:p>
          <a:p>
            <a:r>
              <a:rPr lang="en-US" b="1" dirty="0"/>
              <a:t>Item-Based CF:</a:t>
            </a:r>
            <a:endParaRPr lang="en-US" dirty="0"/>
          </a:p>
          <a:p>
            <a:r>
              <a:rPr lang="en-US" dirty="0"/>
              <a:t>Find movies similar to movies the user rated</a:t>
            </a:r>
          </a:p>
          <a:p>
            <a:r>
              <a:rPr lang="en-US" dirty="0"/>
              <a:t>Weight by similarity</a:t>
            </a:r>
          </a:p>
          <a:p>
            <a:r>
              <a:rPr lang="en-US" dirty="0"/>
              <a:t>Predict rating = weighted average</a:t>
            </a:r>
          </a:p>
          <a:p>
            <a:pPr marL="0" indent="0">
              <a:buNone/>
            </a:pPr>
            <a:endParaRPr lang="en-US" dirty="0"/>
          </a:p>
        </p:txBody>
      </p:sp>
    </p:spTree>
    <p:extLst>
      <p:ext uri="{BB962C8B-B14F-4D97-AF65-F5344CB8AC3E}">
        <p14:creationId xmlns:p14="http://schemas.microsoft.com/office/powerpoint/2010/main" val="3220700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Top 5 recommendation system</a:t>
            </a:r>
            <a:endParaRPr dirty="0"/>
          </a:p>
        </p:txBody>
      </p:sp>
      <p:sp>
        <p:nvSpPr>
          <p:cNvPr id="3" name="Content Placeholder 2"/>
          <p:cNvSpPr>
            <a:spLocks noGrp="1"/>
          </p:cNvSpPr>
          <p:nvPr>
            <p:ph idx="1"/>
          </p:nvPr>
        </p:nvSpPr>
        <p:spPr/>
        <p:txBody>
          <a:bodyPr>
            <a:normAutofit lnSpcReduction="10000"/>
          </a:bodyPr>
          <a:lstStyle/>
          <a:p>
            <a:r>
              <a:rPr lang="en-US" dirty="0" smtClean="0"/>
              <a:t>Using the best model to generate movie recommendations.</a:t>
            </a:r>
          </a:p>
          <a:p>
            <a:r>
              <a:rPr lang="en-US" b="1" dirty="0"/>
              <a:t>For Each User, We Show:</a:t>
            </a:r>
            <a:endParaRPr lang="en-US" dirty="0"/>
          </a:p>
          <a:p>
            <a:r>
              <a:rPr lang="en-US" b="1" dirty="0"/>
              <a:t>User Statistics</a:t>
            </a:r>
            <a:r>
              <a:rPr lang="en-US" dirty="0"/>
              <a:t>:</a:t>
            </a:r>
          </a:p>
          <a:p>
            <a:pPr lvl="1"/>
            <a:r>
              <a:rPr lang="en-US" dirty="0"/>
              <a:t>Total movies rated</a:t>
            </a:r>
          </a:p>
          <a:p>
            <a:pPr lvl="1"/>
            <a:r>
              <a:rPr lang="en-US" dirty="0"/>
              <a:t>Average rating (harsh critic or generous rater?)</a:t>
            </a:r>
          </a:p>
          <a:p>
            <a:r>
              <a:rPr lang="en-US" b="1" dirty="0"/>
              <a:t>User's Favorites</a:t>
            </a:r>
            <a:r>
              <a:rPr lang="en-US" dirty="0"/>
              <a:t> (rating ≥ 4.0):</a:t>
            </a:r>
          </a:p>
          <a:p>
            <a:pPr lvl="1"/>
            <a:r>
              <a:rPr lang="en-US" dirty="0"/>
              <a:t>Shows what user already likes</a:t>
            </a:r>
          </a:p>
          <a:p>
            <a:pPr lvl="1"/>
            <a:r>
              <a:rPr lang="en-US" dirty="0"/>
              <a:t>Helps us validate if recommendations make sense</a:t>
            </a:r>
          </a:p>
          <a:p>
            <a:r>
              <a:rPr lang="en-US" b="1" dirty="0"/>
              <a:t>Top-5 Recommendations</a:t>
            </a:r>
            <a:r>
              <a:rPr lang="en-US" dirty="0"/>
              <a:t>:</a:t>
            </a:r>
          </a:p>
          <a:p>
            <a:pPr lvl="1"/>
            <a:r>
              <a:rPr lang="en-US" dirty="0"/>
              <a:t>Personalized movie suggestions</a:t>
            </a:r>
          </a:p>
          <a:p>
            <a:pPr lvl="1"/>
            <a:r>
              <a:rPr lang="en-US" dirty="0"/>
              <a:t>Predicted ratings (how confident we are)</a:t>
            </a:r>
          </a:p>
          <a:p>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CONCLUSION &amp; BUSINESS RECCOMENDATION</a:t>
            </a:r>
            <a:endParaRPr dirty="0"/>
          </a:p>
        </p:txBody>
      </p:sp>
      <p:sp>
        <p:nvSpPr>
          <p:cNvPr id="3" name="Content Placeholder 2"/>
          <p:cNvSpPr>
            <a:spLocks noGrp="1"/>
          </p:cNvSpPr>
          <p:nvPr>
            <p:ph idx="1"/>
          </p:nvPr>
        </p:nvSpPr>
        <p:spPr/>
        <p:txBody>
          <a:bodyPr/>
          <a:lstStyle/>
          <a:p>
            <a:r>
              <a:rPr lang="en-US" b="1" dirty="0"/>
              <a:t> Business Impact:</a:t>
            </a:r>
            <a:endParaRPr lang="en-US" dirty="0"/>
          </a:p>
          <a:p>
            <a:r>
              <a:rPr lang="en-US" dirty="0"/>
              <a:t>Successfully generates personalized top-5 recommendations</a:t>
            </a:r>
          </a:p>
          <a:p>
            <a:r>
              <a:rPr lang="en-US" dirty="0"/>
              <a:t>Scalable to </a:t>
            </a:r>
            <a:r>
              <a:rPr lang="en-US" dirty="0" err="1"/>
              <a:t>CineStream's</a:t>
            </a:r>
            <a:r>
              <a:rPr lang="en-US" dirty="0"/>
              <a:t> 50,000+ user base</a:t>
            </a:r>
          </a:p>
          <a:p>
            <a:r>
              <a:rPr lang="en-US" dirty="0"/>
              <a:t>Addresses key business problems:</a:t>
            </a:r>
          </a:p>
          <a:p>
            <a:pPr lvl="1"/>
            <a:r>
              <a:rPr lang="en-US" dirty="0"/>
              <a:t>Reduces browsing time (targeted suggestions)</a:t>
            </a:r>
          </a:p>
          <a:p>
            <a:pPr lvl="1"/>
            <a:r>
              <a:rPr lang="en-US" dirty="0"/>
              <a:t>Increases engagement (personalized experience)</a:t>
            </a:r>
          </a:p>
          <a:p>
            <a:pPr lvl="1"/>
            <a:r>
              <a:rPr lang="en-US" dirty="0"/>
              <a:t>Improves retention (users find content they love)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Text Placeholder 2"/>
          <p:cNvSpPr>
            <a:spLocks noGrp="1"/>
          </p:cNvSpPr>
          <p:nvPr>
            <p:ph type="body" sz="half" idx="2"/>
          </p:nvPr>
        </p:nvSpPr>
        <p:spPr/>
        <p:txBody>
          <a:bodyPr/>
          <a:lstStyle/>
          <a:p>
            <a:r>
              <a:rPr lang="en-US" dirty="0" smtClean="0"/>
              <a:t>FEEL FREE TO ASK ANY QUESTONS!</a:t>
            </a:r>
            <a:endParaRPr lang="en-US" dirty="0"/>
          </a:p>
        </p:txBody>
      </p:sp>
    </p:spTree>
    <p:extLst>
      <p:ext uri="{BB962C8B-B14F-4D97-AF65-F5344CB8AC3E}">
        <p14:creationId xmlns:p14="http://schemas.microsoft.com/office/powerpoint/2010/main" val="413924117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82</TotalTime>
  <Words>564</Words>
  <Application>Microsoft Office PowerPoint</Application>
  <PresentationFormat>On-screen Show (4:3)</PresentationFormat>
  <Paragraphs>107</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Movie recommendation system</vt:lpstr>
      <vt:lpstr>STAKE HOLDERS</vt:lpstr>
      <vt:lpstr> Flow of work</vt:lpstr>
      <vt:lpstr>Business Understanding</vt:lpstr>
      <vt:lpstr>PROBLEM STATEMENT </vt:lpstr>
      <vt:lpstr> Objectives</vt:lpstr>
      <vt:lpstr>Data Understanding</vt:lpstr>
      <vt:lpstr>DATA ACQUISITION</vt:lpstr>
      <vt:lpstr>Data Preparation</vt:lpstr>
      <vt:lpstr>EDA – Rating Distribution</vt:lpstr>
      <vt:lpstr>EDA – Understanding user engagement patterns</vt:lpstr>
      <vt:lpstr>EDA- GENRE DISTRIBUTION ANALYSIS</vt:lpstr>
      <vt:lpstr>Data preparation for modeling </vt:lpstr>
      <vt:lpstr>mOdels</vt:lpstr>
      <vt:lpstr>COLLABORATIVE FILTERING </vt:lpstr>
      <vt:lpstr>Top 5 recommendation system</vt:lpstr>
      <vt:lpstr>CONCLUSION &amp; BUSINESS RECCOMENDATION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Recommendation System – CRISP‑DM Technical Overview</dc:title>
  <dc:subject/>
  <dc:creator>Sheilla Kavinya</dc:creator>
  <cp:keywords/>
  <dc:description>generated using python-pptx</dc:description>
  <cp:lastModifiedBy>user</cp:lastModifiedBy>
  <cp:revision>10</cp:revision>
  <dcterms:created xsi:type="dcterms:W3CDTF">2013-01-27T09:14:16Z</dcterms:created>
  <dcterms:modified xsi:type="dcterms:W3CDTF">2026-02-03T19:17:26Z</dcterms:modified>
  <cp:category/>
</cp:coreProperties>
</file>